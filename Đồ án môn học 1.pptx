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9" r:id="rId6"/>
    <p:sldId id="258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EFF8CE-A935-4A02-BD10-0D300B40B47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0DE56A0-7E52-4B4C-9606-8335903CD278}">
      <dgm:prSet/>
      <dgm:spPr/>
      <dgm:t>
        <a:bodyPr/>
        <a:lstStyle/>
        <a:p>
          <a:r>
            <a:rPr lang="en-US"/>
            <a:t>Phân tích dữ liệu của nhiều quốc gia trong cùng một bài toán để so sánh và tìm insight</a:t>
          </a:r>
        </a:p>
      </dgm:t>
    </dgm:pt>
    <dgm:pt modelId="{1F4F87C1-480D-4701-AFA0-4ABDA114F029}" type="parTrans" cxnId="{9EFBC555-603D-4D99-AF1B-42E524A8EB79}">
      <dgm:prSet/>
      <dgm:spPr/>
      <dgm:t>
        <a:bodyPr/>
        <a:lstStyle/>
        <a:p>
          <a:endParaRPr lang="en-US"/>
        </a:p>
      </dgm:t>
    </dgm:pt>
    <dgm:pt modelId="{98D6E42C-92C1-48A4-8575-37CC4C40035F}" type="sibTrans" cxnId="{9EFBC555-603D-4D99-AF1B-42E524A8EB79}">
      <dgm:prSet/>
      <dgm:spPr/>
      <dgm:t>
        <a:bodyPr/>
        <a:lstStyle/>
        <a:p>
          <a:endParaRPr lang="en-US"/>
        </a:p>
      </dgm:t>
    </dgm:pt>
    <dgm:pt modelId="{8731E757-AE7D-464A-BDC9-39ABB0C4DB83}">
      <dgm:prSet/>
      <dgm:spPr/>
      <dgm:t>
        <a:bodyPr/>
        <a:lstStyle/>
        <a:p>
          <a:r>
            <a:rPr lang="vi-VN"/>
            <a:t>Quốc gia nào tăng trưởng nhanh nhất?</a:t>
          </a:r>
          <a:endParaRPr lang="en-US"/>
        </a:p>
      </dgm:t>
    </dgm:pt>
    <dgm:pt modelId="{73574C97-DAEC-4171-B913-33B84ED170EB}" type="parTrans" cxnId="{26090529-8935-4A8D-B8BD-3CBEFAB05DAC}">
      <dgm:prSet/>
      <dgm:spPr/>
      <dgm:t>
        <a:bodyPr/>
        <a:lstStyle/>
        <a:p>
          <a:endParaRPr lang="en-US"/>
        </a:p>
      </dgm:t>
    </dgm:pt>
    <dgm:pt modelId="{3AF31815-B635-47C9-B402-F0A8A7D56F36}" type="sibTrans" cxnId="{26090529-8935-4A8D-B8BD-3CBEFAB05DAC}">
      <dgm:prSet/>
      <dgm:spPr/>
      <dgm:t>
        <a:bodyPr/>
        <a:lstStyle/>
        <a:p>
          <a:endParaRPr lang="en-US"/>
        </a:p>
      </dgm:t>
    </dgm:pt>
    <dgm:pt modelId="{9D805A98-D104-4EC8-BDB4-395D5FE25C8A}">
      <dgm:prSet/>
      <dgm:spPr/>
      <dgm:t>
        <a:bodyPr/>
        <a:lstStyle/>
        <a:p>
          <a:r>
            <a:rPr lang="vi-VN"/>
            <a:t>Quốc gia nào ổn định nhất?</a:t>
          </a:r>
          <a:endParaRPr lang="en-US"/>
        </a:p>
      </dgm:t>
    </dgm:pt>
    <dgm:pt modelId="{B5CF003F-7B73-4CBA-B9F5-B336F38EDCBB}" type="parTrans" cxnId="{1B81977B-7205-42A8-B626-66BA72C3A84E}">
      <dgm:prSet/>
      <dgm:spPr/>
      <dgm:t>
        <a:bodyPr/>
        <a:lstStyle/>
        <a:p>
          <a:endParaRPr lang="en-US"/>
        </a:p>
      </dgm:t>
    </dgm:pt>
    <dgm:pt modelId="{B582DC20-F6E9-4116-81D0-AB7BF48DF484}" type="sibTrans" cxnId="{1B81977B-7205-42A8-B626-66BA72C3A84E}">
      <dgm:prSet/>
      <dgm:spPr/>
      <dgm:t>
        <a:bodyPr/>
        <a:lstStyle/>
        <a:p>
          <a:endParaRPr lang="en-US"/>
        </a:p>
      </dgm:t>
    </dgm:pt>
    <dgm:pt modelId="{CF74EABA-B744-46BD-AC65-95669F953286}">
      <dgm:prSet/>
      <dgm:spPr/>
      <dgm:t>
        <a:bodyPr/>
        <a:lstStyle/>
        <a:p>
          <a:r>
            <a:rPr lang="vi-VN"/>
            <a:t>Điều gì đáng chú ý?</a:t>
          </a:r>
          <a:r>
            <a:rPr lang="en-US"/>
            <a:t> </a:t>
          </a:r>
          <a:r>
            <a:rPr lang="vi-VN"/>
            <a:t>Tại sao lại như vậy?</a:t>
          </a:r>
          <a:endParaRPr lang="en-US"/>
        </a:p>
      </dgm:t>
    </dgm:pt>
    <dgm:pt modelId="{7CB6ECF1-CFFA-4EE7-9CCC-AAB2E6C8BE9C}" type="parTrans" cxnId="{8A53C47C-22DC-4ED9-B34F-B7DCAC2A410D}">
      <dgm:prSet/>
      <dgm:spPr/>
      <dgm:t>
        <a:bodyPr/>
        <a:lstStyle/>
        <a:p>
          <a:endParaRPr lang="en-US"/>
        </a:p>
      </dgm:t>
    </dgm:pt>
    <dgm:pt modelId="{5F47ED46-480B-46A3-9686-86D9094246F9}" type="sibTrans" cxnId="{8A53C47C-22DC-4ED9-B34F-B7DCAC2A410D}">
      <dgm:prSet/>
      <dgm:spPr/>
      <dgm:t>
        <a:bodyPr/>
        <a:lstStyle/>
        <a:p>
          <a:endParaRPr lang="en-US"/>
        </a:p>
      </dgm:t>
    </dgm:pt>
    <dgm:pt modelId="{454911AA-30B8-41A0-82ED-9C8AC2B7FF61}">
      <dgm:prSet/>
      <dgm:spPr/>
      <dgm:t>
        <a:bodyPr/>
        <a:lstStyle/>
        <a:p>
          <a:r>
            <a:rPr lang="en-US"/>
            <a:t>Time series là yếu tố cốt lõi trong dữ liệu kinh tế vĩ mô tham khảo tài liệu trên UTExLMS:</a:t>
          </a:r>
        </a:p>
      </dgm:t>
    </dgm:pt>
    <dgm:pt modelId="{97825DE9-596A-48D6-8E36-7FDAA145C523}" type="parTrans" cxnId="{5A85E38C-6226-48F5-9188-C32B56793CAB}">
      <dgm:prSet/>
      <dgm:spPr/>
      <dgm:t>
        <a:bodyPr/>
        <a:lstStyle/>
        <a:p>
          <a:endParaRPr lang="en-US"/>
        </a:p>
      </dgm:t>
    </dgm:pt>
    <dgm:pt modelId="{E840334B-C139-4729-80BA-F47A38827825}" type="sibTrans" cxnId="{5A85E38C-6226-48F5-9188-C32B56793CAB}">
      <dgm:prSet/>
      <dgm:spPr/>
      <dgm:t>
        <a:bodyPr/>
        <a:lstStyle/>
        <a:p>
          <a:endParaRPr lang="en-US"/>
        </a:p>
      </dgm:t>
    </dgm:pt>
    <dgm:pt modelId="{C6F47C27-76DD-4A70-8D1C-5514796A56BA}">
      <dgm:prSet/>
      <dgm:spPr/>
      <dgm:t>
        <a:bodyPr/>
        <a:lstStyle/>
        <a:p>
          <a:r>
            <a:rPr lang="en-US"/>
            <a:t>I. Gridin, Time Series Forecasting using Deep Learning, India: BPB Publications, 2022.</a:t>
          </a:r>
        </a:p>
      </dgm:t>
    </dgm:pt>
    <dgm:pt modelId="{2EFD8FCD-4B54-4197-892E-EEDE25205A1D}" type="parTrans" cxnId="{6A68D1ED-73A1-4FCB-8CA9-2F77A0D60DA9}">
      <dgm:prSet/>
      <dgm:spPr/>
      <dgm:t>
        <a:bodyPr/>
        <a:lstStyle/>
        <a:p>
          <a:endParaRPr lang="en-US"/>
        </a:p>
      </dgm:t>
    </dgm:pt>
    <dgm:pt modelId="{BC11336A-6832-403D-8295-68478C42EFAF}" type="sibTrans" cxnId="{6A68D1ED-73A1-4FCB-8CA9-2F77A0D60DA9}">
      <dgm:prSet/>
      <dgm:spPr/>
      <dgm:t>
        <a:bodyPr/>
        <a:lstStyle/>
        <a:p>
          <a:endParaRPr lang="en-US"/>
        </a:p>
      </dgm:t>
    </dgm:pt>
    <dgm:pt modelId="{ADE5F928-C5EA-4339-ABB0-42912C7EC4AA}">
      <dgm:prSet/>
      <dgm:spPr/>
      <dgm:t>
        <a:bodyPr/>
        <a:lstStyle/>
        <a:p>
          <a:r>
            <a:rPr lang="en-US"/>
            <a:t>M. Peixeiro, Time Series Forecasting in Python. Shelter Island, NY, USA: Manning Publications, 2022.</a:t>
          </a:r>
        </a:p>
      </dgm:t>
    </dgm:pt>
    <dgm:pt modelId="{45F3FD5C-3509-41A7-ABFF-E6777CDC83AA}" type="parTrans" cxnId="{212794E9-50B8-44A5-889F-32921009260C}">
      <dgm:prSet/>
      <dgm:spPr/>
      <dgm:t>
        <a:bodyPr/>
        <a:lstStyle/>
        <a:p>
          <a:endParaRPr lang="en-US"/>
        </a:p>
      </dgm:t>
    </dgm:pt>
    <dgm:pt modelId="{F562AF99-B6A6-4D2D-9C9F-DA4766F674E2}" type="sibTrans" cxnId="{212794E9-50B8-44A5-889F-32921009260C}">
      <dgm:prSet/>
      <dgm:spPr/>
      <dgm:t>
        <a:bodyPr/>
        <a:lstStyle/>
        <a:p>
          <a:endParaRPr lang="en-US"/>
        </a:p>
      </dgm:t>
    </dgm:pt>
    <dgm:pt modelId="{641ACD1B-0510-49C3-8FD1-53177DF9140D}" type="pres">
      <dgm:prSet presAssocID="{BCEFF8CE-A935-4A02-BD10-0D300B40B476}" presName="Name0" presStyleCnt="0">
        <dgm:presLayoutVars>
          <dgm:dir/>
          <dgm:animLvl val="lvl"/>
          <dgm:resizeHandles val="exact"/>
        </dgm:presLayoutVars>
      </dgm:prSet>
      <dgm:spPr/>
    </dgm:pt>
    <dgm:pt modelId="{E541E09E-C7FA-46C9-846C-05D60510C8E3}" type="pres">
      <dgm:prSet presAssocID="{D0DE56A0-7E52-4B4C-9606-8335903CD278}" presName="linNode" presStyleCnt="0"/>
      <dgm:spPr/>
    </dgm:pt>
    <dgm:pt modelId="{58F880E4-9A76-472D-B351-19CBD17FBF56}" type="pres">
      <dgm:prSet presAssocID="{D0DE56A0-7E52-4B4C-9606-8335903CD278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8A76F86-1689-437A-980A-6AF5F5726B84}" type="pres">
      <dgm:prSet presAssocID="{D0DE56A0-7E52-4B4C-9606-8335903CD278}" presName="descendantText" presStyleLbl="alignAccFollowNode1" presStyleIdx="0" presStyleCnt="2">
        <dgm:presLayoutVars>
          <dgm:bulletEnabled val="1"/>
        </dgm:presLayoutVars>
      </dgm:prSet>
      <dgm:spPr/>
    </dgm:pt>
    <dgm:pt modelId="{60C0985B-0F40-4904-935B-5CD9E1E5A214}" type="pres">
      <dgm:prSet presAssocID="{98D6E42C-92C1-48A4-8575-37CC4C40035F}" presName="sp" presStyleCnt="0"/>
      <dgm:spPr/>
    </dgm:pt>
    <dgm:pt modelId="{2B132463-6398-4EA1-B4EF-CBBD535274F5}" type="pres">
      <dgm:prSet presAssocID="{454911AA-30B8-41A0-82ED-9C8AC2B7FF61}" presName="linNode" presStyleCnt="0"/>
      <dgm:spPr/>
    </dgm:pt>
    <dgm:pt modelId="{F02EBA24-8D88-4273-A248-7A1703C54BD0}" type="pres">
      <dgm:prSet presAssocID="{454911AA-30B8-41A0-82ED-9C8AC2B7FF6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311F79F-74BF-4705-A05F-76BAA8FD97CA}" type="pres">
      <dgm:prSet presAssocID="{454911AA-30B8-41A0-82ED-9C8AC2B7FF6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B48F4408-1E2E-46D6-BE0A-4BA8E1D74460}" type="presOf" srcId="{BCEFF8CE-A935-4A02-BD10-0D300B40B476}" destId="{641ACD1B-0510-49C3-8FD1-53177DF9140D}" srcOrd="0" destOrd="0" presId="urn:microsoft.com/office/officeart/2005/8/layout/vList5"/>
    <dgm:cxn modelId="{35712016-F406-43AF-9C7D-7D4B45B69743}" type="presOf" srcId="{454911AA-30B8-41A0-82ED-9C8AC2B7FF61}" destId="{F02EBA24-8D88-4273-A248-7A1703C54BD0}" srcOrd="0" destOrd="0" presId="urn:microsoft.com/office/officeart/2005/8/layout/vList5"/>
    <dgm:cxn modelId="{26090529-8935-4A8D-B8BD-3CBEFAB05DAC}" srcId="{D0DE56A0-7E52-4B4C-9606-8335903CD278}" destId="{8731E757-AE7D-464A-BDC9-39ABB0C4DB83}" srcOrd="0" destOrd="0" parTransId="{73574C97-DAEC-4171-B913-33B84ED170EB}" sibTransId="{3AF31815-B635-47C9-B402-F0A8A7D56F36}"/>
    <dgm:cxn modelId="{DA235B46-1C54-4F2E-B8CD-33805C90B307}" type="presOf" srcId="{ADE5F928-C5EA-4339-ABB0-42912C7EC4AA}" destId="{8311F79F-74BF-4705-A05F-76BAA8FD97CA}" srcOrd="0" destOrd="1" presId="urn:microsoft.com/office/officeart/2005/8/layout/vList5"/>
    <dgm:cxn modelId="{F84DB448-1CB5-456E-A4A1-045DBDA7B5A0}" type="presOf" srcId="{D0DE56A0-7E52-4B4C-9606-8335903CD278}" destId="{58F880E4-9A76-472D-B351-19CBD17FBF56}" srcOrd="0" destOrd="0" presId="urn:microsoft.com/office/officeart/2005/8/layout/vList5"/>
    <dgm:cxn modelId="{462B154D-20DE-4C45-A2B2-620854633C44}" type="presOf" srcId="{CF74EABA-B744-46BD-AC65-95669F953286}" destId="{98A76F86-1689-437A-980A-6AF5F5726B84}" srcOrd="0" destOrd="2" presId="urn:microsoft.com/office/officeart/2005/8/layout/vList5"/>
    <dgm:cxn modelId="{9EFBC555-603D-4D99-AF1B-42E524A8EB79}" srcId="{BCEFF8CE-A935-4A02-BD10-0D300B40B476}" destId="{D0DE56A0-7E52-4B4C-9606-8335903CD278}" srcOrd="0" destOrd="0" parTransId="{1F4F87C1-480D-4701-AFA0-4ABDA114F029}" sibTransId="{98D6E42C-92C1-48A4-8575-37CC4C40035F}"/>
    <dgm:cxn modelId="{1B81977B-7205-42A8-B626-66BA72C3A84E}" srcId="{D0DE56A0-7E52-4B4C-9606-8335903CD278}" destId="{9D805A98-D104-4EC8-BDB4-395D5FE25C8A}" srcOrd="1" destOrd="0" parTransId="{B5CF003F-7B73-4CBA-B9F5-B336F38EDCBB}" sibTransId="{B582DC20-F6E9-4116-81D0-AB7BF48DF484}"/>
    <dgm:cxn modelId="{8A53C47C-22DC-4ED9-B34F-B7DCAC2A410D}" srcId="{D0DE56A0-7E52-4B4C-9606-8335903CD278}" destId="{CF74EABA-B744-46BD-AC65-95669F953286}" srcOrd="2" destOrd="0" parTransId="{7CB6ECF1-CFFA-4EE7-9CCC-AAB2E6C8BE9C}" sibTransId="{5F47ED46-480B-46A3-9686-86D9094246F9}"/>
    <dgm:cxn modelId="{5A85E38C-6226-48F5-9188-C32B56793CAB}" srcId="{BCEFF8CE-A935-4A02-BD10-0D300B40B476}" destId="{454911AA-30B8-41A0-82ED-9C8AC2B7FF61}" srcOrd="1" destOrd="0" parTransId="{97825DE9-596A-48D6-8E36-7FDAA145C523}" sibTransId="{E840334B-C139-4729-80BA-F47A38827825}"/>
    <dgm:cxn modelId="{9EF78BB9-BAA3-4AD5-A48B-DB58495003BF}" type="presOf" srcId="{8731E757-AE7D-464A-BDC9-39ABB0C4DB83}" destId="{98A76F86-1689-437A-980A-6AF5F5726B84}" srcOrd="0" destOrd="0" presId="urn:microsoft.com/office/officeart/2005/8/layout/vList5"/>
    <dgm:cxn modelId="{F3E375C1-49C0-43B8-BA86-E93E7119A107}" type="presOf" srcId="{9D805A98-D104-4EC8-BDB4-395D5FE25C8A}" destId="{98A76F86-1689-437A-980A-6AF5F5726B84}" srcOrd="0" destOrd="1" presId="urn:microsoft.com/office/officeart/2005/8/layout/vList5"/>
    <dgm:cxn modelId="{8EE051E8-6F6A-40DD-B39C-4E970FBEFA9A}" type="presOf" srcId="{C6F47C27-76DD-4A70-8D1C-5514796A56BA}" destId="{8311F79F-74BF-4705-A05F-76BAA8FD97CA}" srcOrd="0" destOrd="0" presId="urn:microsoft.com/office/officeart/2005/8/layout/vList5"/>
    <dgm:cxn modelId="{212794E9-50B8-44A5-889F-32921009260C}" srcId="{454911AA-30B8-41A0-82ED-9C8AC2B7FF61}" destId="{ADE5F928-C5EA-4339-ABB0-42912C7EC4AA}" srcOrd="1" destOrd="0" parTransId="{45F3FD5C-3509-41A7-ABFF-E6777CDC83AA}" sibTransId="{F562AF99-B6A6-4D2D-9C9F-DA4766F674E2}"/>
    <dgm:cxn modelId="{6A68D1ED-73A1-4FCB-8CA9-2F77A0D60DA9}" srcId="{454911AA-30B8-41A0-82ED-9C8AC2B7FF61}" destId="{C6F47C27-76DD-4A70-8D1C-5514796A56BA}" srcOrd="0" destOrd="0" parTransId="{2EFD8FCD-4B54-4197-892E-EEDE25205A1D}" sibTransId="{BC11336A-6832-403D-8295-68478C42EFAF}"/>
    <dgm:cxn modelId="{95319489-6200-49C0-A8D3-B5D1AF72D0B3}" type="presParOf" srcId="{641ACD1B-0510-49C3-8FD1-53177DF9140D}" destId="{E541E09E-C7FA-46C9-846C-05D60510C8E3}" srcOrd="0" destOrd="0" presId="urn:microsoft.com/office/officeart/2005/8/layout/vList5"/>
    <dgm:cxn modelId="{07907DA8-C3C7-4FC5-901C-4BAB5F54D670}" type="presParOf" srcId="{E541E09E-C7FA-46C9-846C-05D60510C8E3}" destId="{58F880E4-9A76-472D-B351-19CBD17FBF56}" srcOrd="0" destOrd="0" presId="urn:microsoft.com/office/officeart/2005/8/layout/vList5"/>
    <dgm:cxn modelId="{AE9B905F-D48E-4847-B0D4-DF094A5587FC}" type="presParOf" srcId="{E541E09E-C7FA-46C9-846C-05D60510C8E3}" destId="{98A76F86-1689-437A-980A-6AF5F5726B84}" srcOrd="1" destOrd="0" presId="urn:microsoft.com/office/officeart/2005/8/layout/vList5"/>
    <dgm:cxn modelId="{FB2FD17C-E93E-467A-8DCD-9FBABEBD7883}" type="presParOf" srcId="{641ACD1B-0510-49C3-8FD1-53177DF9140D}" destId="{60C0985B-0F40-4904-935B-5CD9E1E5A214}" srcOrd="1" destOrd="0" presId="urn:microsoft.com/office/officeart/2005/8/layout/vList5"/>
    <dgm:cxn modelId="{12BDF567-22C9-4D31-9189-D9BF87D49F0F}" type="presParOf" srcId="{641ACD1B-0510-49C3-8FD1-53177DF9140D}" destId="{2B132463-6398-4EA1-B4EF-CBBD535274F5}" srcOrd="2" destOrd="0" presId="urn:microsoft.com/office/officeart/2005/8/layout/vList5"/>
    <dgm:cxn modelId="{8A5BAA8D-D69D-4FFE-BF0D-66EF0DCA00B6}" type="presParOf" srcId="{2B132463-6398-4EA1-B4EF-CBBD535274F5}" destId="{F02EBA24-8D88-4273-A248-7A1703C54BD0}" srcOrd="0" destOrd="0" presId="urn:microsoft.com/office/officeart/2005/8/layout/vList5"/>
    <dgm:cxn modelId="{C89E5F8B-343E-4752-BF86-1E1C7FCEBE21}" type="presParOf" srcId="{2B132463-6398-4EA1-B4EF-CBBD535274F5}" destId="{8311F79F-74BF-4705-A05F-76BAA8FD97C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B0A366-FCD3-42A8-82E6-045140975939}" type="doc">
      <dgm:prSet loTypeId="urn:microsoft.com/office/officeart/2005/8/layout/hierarchy2" loCatId="hierarchy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7AC0635-1BA5-4C65-B64D-25715E201813}">
      <dgm:prSet/>
      <dgm:spPr/>
      <dgm:t>
        <a:bodyPr/>
        <a:lstStyle/>
        <a:p>
          <a:r>
            <a:rPr lang="en-US"/>
            <a:t>Mô hình thường sử dụng trong dự báo kinh tế/chuỗi thời gian</a:t>
          </a:r>
        </a:p>
      </dgm:t>
    </dgm:pt>
    <dgm:pt modelId="{6CB93F8D-BC7D-4613-A9A0-1871B3FBA6AB}" type="parTrans" cxnId="{9AC92E01-BB93-48C8-808E-061B83D59306}">
      <dgm:prSet/>
      <dgm:spPr/>
      <dgm:t>
        <a:bodyPr/>
        <a:lstStyle/>
        <a:p>
          <a:endParaRPr lang="en-US"/>
        </a:p>
      </dgm:t>
    </dgm:pt>
    <dgm:pt modelId="{3B09D34E-7DE9-4C13-8A92-45CFDB8D3F11}" type="sibTrans" cxnId="{9AC92E01-BB93-48C8-808E-061B83D59306}">
      <dgm:prSet/>
      <dgm:spPr/>
      <dgm:t>
        <a:bodyPr/>
        <a:lstStyle/>
        <a:p>
          <a:endParaRPr lang="en-US"/>
        </a:p>
      </dgm:t>
    </dgm:pt>
    <dgm:pt modelId="{55864438-A4D0-4175-9E41-719887393194}">
      <dgm:prSet/>
      <dgm:spPr/>
      <dgm:t>
        <a:bodyPr/>
        <a:lstStyle/>
        <a:p>
          <a:r>
            <a:rPr lang="en-US"/>
            <a:t>Các mô hình thống kê: ARIMA, …</a:t>
          </a:r>
        </a:p>
      </dgm:t>
    </dgm:pt>
    <dgm:pt modelId="{A9D3D6E3-4552-40B3-9340-F533D558BDF6}" type="parTrans" cxnId="{852587B9-262A-4F2E-ACE7-9A53AC52EDF9}">
      <dgm:prSet/>
      <dgm:spPr/>
      <dgm:t>
        <a:bodyPr/>
        <a:lstStyle/>
        <a:p>
          <a:endParaRPr lang="en-US"/>
        </a:p>
      </dgm:t>
    </dgm:pt>
    <dgm:pt modelId="{430E786E-EA2F-432C-A837-AA1D0637D665}" type="sibTrans" cxnId="{852587B9-262A-4F2E-ACE7-9A53AC52EDF9}">
      <dgm:prSet/>
      <dgm:spPr/>
      <dgm:t>
        <a:bodyPr/>
        <a:lstStyle/>
        <a:p>
          <a:endParaRPr lang="en-US"/>
        </a:p>
      </dgm:t>
    </dgm:pt>
    <dgm:pt modelId="{0E2CA629-8D89-4329-B2EA-9E04B1ADA62C}">
      <dgm:prSet/>
      <dgm:spPr/>
      <dgm:t>
        <a:bodyPr/>
        <a:lstStyle/>
        <a:p>
          <a:r>
            <a:rPr lang="en-US"/>
            <a:t>Các mô ML: XGBoost, Random Forest, SVM,…</a:t>
          </a:r>
        </a:p>
      </dgm:t>
    </dgm:pt>
    <dgm:pt modelId="{9DA41469-9859-4708-8225-C0679761C05B}" type="parTrans" cxnId="{5E8FCF12-647E-4EAF-B1B0-F886AECBE42E}">
      <dgm:prSet/>
      <dgm:spPr/>
      <dgm:t>
        <a:bodyPr/>
        <a:lstStyle/>
        <a:p>
          <a:endParaRPr lang="en-US"/>
        </a:p>
      </dgm:t>
    </dgm:pt>
    <dgm:pt modelId="{9DD34B9A-C68A-4FC0-AA80-F13DE12E4C15}" type="sibTrans" cxnId="{5E8FCF12-647E-4EAF-B1B0-F886AECBE42E}">
      <dgm:prSet/>
      <dgm:spPr/>
      <dgm:t>
        <a:bodyPr/>
        <a:lstStyle/>
        <a:p>
          <a:endParaRPr lang="en-US"/>
        </a:p>
      </dgm:t>
    </dgm:pt>
    <dgm:pt modelId="{B3BD6B7C-3EBC-4272-BF4C-DEC494AEBBF9}">
      <dgm:prSet/>
      <dgm:spPr/>
      <dgm:t>
        <a:bodyPr/>
        <a:lstStyle/>
        <a:p>
          <a:r>
            <a:rPr lang="en-US"/>
            <a:t>Các mô DL: RNN, LSTM, VARNN, ….</a:t>
          </a:r>
        </a:p>
      </dgm:t>
    </dgm:pt>
    <dgm:pt modelId="{1FFEDF6D-0EB7-4B3E-ADF2-A383A3E8BAFB}" type="parTrans" cxnId="{88AF3FAB-9133-4536-8704-F6A0D268CC3C}">
      <dgm:prSet/>
      <dgm:spPr/>
      <dgm:t>
        <a:bodyPr/>
        <a:lstStyle/>
        <a:p>
          <a:endParaRPr lang="en-US"/>
        </a:p>
      </dgm:t>
    </dgm:pt>
    <dgm:pt modelId="{E9E8D161-6766-44BF-A027-58A37A81815B}" type="sibTrans" cxnId="{88AF3FAB-9133-4536-8704-F6A0D268CC3C}">
      <dgm:prSet/>
      <dgm:spPr/>
      <dgm:t>
        <a:bodyPr/>
        <a:lstStyle/>
        <a:p>
          <a:endParaRPr lang="en-US"/>
        </a:p>
      </dgm:t>
    </dgm:pt>
    <dgm:pt modelId="{545CE07C-3E1F-41FE-9C4E-442D3E1BFE22}" type="pres">
      <dgm:prSet presAssocID="{B5B0A366-FCD3-42A8-82E6-04514097593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A02A920-62EA-4483-B154-D38A8C92EFD9}" type="pres">
      <dgm:prSet presAssocID="{A7AC0635-1BA5-4C65-B64D-25715E201813}" presName="root1" presStyleCnt="0"/>
      <dgm:spPr/>
    </dgm:pt>
    <dgm:pt modelId="{233B9F23-ADD3-48AC-BB85-3FCEAD8F8C33}" type="pres">
      <dgm:prSet presAssocID="{A7AC0635-1BA5-4C65-B64D-25715E201813}" presName="LevelOneTextNode" presStyleLbl="node0" presStyleIdx="0" presStyleCnt="1">
        <dgm:presLayoutVars>
          <dgm:chPref val="3"/>
        </dgm:presLayoutVars>
      </dgm:prSet>
      <dgm:spPr/>
    </dgm:pt>
    <dgm:pt modelId="{228A65C9-9B92-48FF-A093-8797C5183E5F}" type="pres">
      <dgm:prSet presAssocID="{A7AC0635-1BA5-4C65-B64D-25715E201813}" presName="level2hierChild" presStyleCnt="0"/>
      <dgm:spPr/>
    </dgm:pt>
    <dgm:pt modelId="{DF3D4D5A-A4CD-41B1-BCA7-C005301D4A5B}" type="pres">
      <dgm:prSet presAssocID="{A9D3D6E3-4552-40B3-9340-F533D558BDF6}" presName="conn2-1" presStyleLbl="parChTrans1D2" presStyleIdx="0" presStyleCnt="3"/>
      <dgm:spPr/>
    </dgm:pt>
    <dgm:pt modelId="{4C4000BD-9B5F-4FEE-B150-3774EADD27C1}" type="pres">
      <dgm:prSet presAssocID="{A9D3D6E3-4552-40B3-9340-F533D558BDF6}" presName="connTx" presStyleLbl="parChTrans1D2" presStyleIdx="0" presStyleCnt="3"/>
      <dgm:spPr/>
    </dgm:pt>
    <dgm:pt modelId="{62C537C4-E529-4CE2-8B85-6A9802FBF899}" type="pres">
      <dgm:prSet presAssocID="{55864438-A4D0-4175-9E41-719887393194}" presName="root2" presStyleCnt="0"/>
      <dgm:spPr/>
    </dgm:pt>
    <dgm:pt modelId="{ED66CCEB-449B-40B2-9799-58F37F48C96A}" type="pres">
      <dgm:prSet presAssocID="{55864438-A4D0-4175-9E41-719887393194}" presName="LevelTwoTextNode" presStyleLbl="node2" presStyleIdx="0" presStyleCnt="3">
        <dgm:presLayoutVars>
          <dgm:chPref val="3"/>
        </dgm:presLayoutVars>
      </dgm:prSet>
      <dgm:spPr/>
    </dgm:pt>
    <dgm:pt modelId="{E7AF80C4-4BAC-4F1A-AE59-35906DB71A06}" type="pres">
      <dgm:prSet presAssocID="{55864438-A4D0-4175-9E41-719887393194}" presName="level3hierChild" presStyleCnt="0"/>
      <dgm:spPr/>
    </dgm:pt>
    <dgm:pt modelId="{7951C4DD-76F3-4FE9-99BD-026D0923138C}" type="pres">
      <dgm:prSet presAssocID="{9DA41469-9859-4708-8225-C0679761C05B}" presName="conn2-1" presStyleLbl="parChTrans1D2" presStyleIdx="1" presStyleCnt="3"/>
      <dgm:spPr/>
    </dgm:pt>
    <dgm:pt modelId="{975E506E-C555-44BD-A77E-7E1E844B5A2A}" type="pres">
      <dgm:prSet presAssocID="{9DA41469-9859-4708-8225-C0679761C05B}" presName="connTx" presStyleLbl="parChTrans1D2" presStyleIdx="1" presStyleCnt="3"/>
      <dgm:spPr/>
    </dgm:pt>
    <dgm:pt modelId="{288C45CE-06E3-450B-AB0B-72719F2334F1}" type="pres">
      <dgm:prSet presAssocID="{0E2CA629-8D89-4329-B2EA-9E04B1ADA62C}" presName="root2" presStyleCnt="0"/>
      <dgm:spPr/>
    </dgm:pt>
    <dgm:pt modelId="{75C12989-7435-4C7D-A717-3CFFA4CE3210}" type="pres">
      <dgm:prSet presAssocID="{0E2CA629-8D89-4329-B2EA-9E04B1ADA62C}" presName="LevelTwoTextNode" presStyleLbl="node2" presStyleIdx="1" presStyleCnt="3">
        <dgm:presLayoutVars>
          <dgm:chPref val="3"/>
        </dgm:presLayoutVars>
      </dgm:prSet>
      <dgm:spPr/>
    </dgm:pt>
    <dgm:pt modelId="{BF7A0462-AAA3-4D7A-8A11-01ED61505EF4}" type="pres">
      <dgm:prSet presAssocID="{0E2CA629-8D89-4329-B2EA-9E04B1ADA62C}" presName="level3hierChild" presStyleCnt="0"/>
      <dgm:spPr/>
    </dgm:pt>
    <dgm:pt modelId="{05691BDE-D539-4C34-8D5A-81CADF7DBD90}" type="pres">
      <dgm:prSet presAssocID="{1FFEDF6D-0EB7-4B3E-ADF2-A383A3E8BAFB}" presName="conn2-1" presStyleLbl="parChTrans1D2" presStyleIdx="2" presStyleCnt="3"/>
      <dgm:spPr/>
    </dgm:pt>
    <dgm:pt modelId="{F98ACCAD-A596-438C-AFBE-2232BF60AF44}" type="pres">
      <dgm:prSet presAssocID="{1FFEDF6D-0EB7-4B3E-ADF2-A383A3E8BAFB}" presName="connTx" presStyleLbl="parChTrans1D2" presStyleIdx="2" presStyleCnt="3"/>
      <dgm:spPr/>
    </dgm:pt>
    <dgm:pt modelId="{59C5595D-6422-4168-9CA3-3DFA21DB85A8}" type="pres">
      <dgm:prSet presAssocID="{B3BD6B7C-3EBC-4272-BF4C-DEC494AEBBF9}" presName="root2" presStyleCnt="0"/>
      <dgm:spPr/>
    </dgm:pt>
    <dgm:pt modelId="{DE2BE416-F980-4EAB-9D27-B460A9AD9C0C}" type="pres">
      <dgm:prSet presAssocID="{B3BD6B7C-3EBC-4272-BF4C-DEC494AEBBF9}" presName="LevelTwoTextNode" presStyleLbl="node2" presStyleIdx="2" presStyleCnt="3">
        <dgm:presLayoutVars>
          <dgm:chPref val="3"/>
        </dgm:presLayoutVars>
      </dgm:prSet>
      <dgm:spPr/>
    </dgm:pt>
    <dgm:pt modelId="{1A2434CB-452B-4715-ABBE-2B711FBC60F6}" type="pres">
      <dgm:prSet presAssocID="{B3BD6B7C-3EBC-4272-BF4C-DEC494AEBBF9}" presName="level3hierChild" presStyleCnt="0"/>
      <dgm:spPr/>
    </dgm:pt>
  </dgm:ptLst>
  <dgm:cxnLst>
    <dgm:cxn modelId="{9AC92E01-BB93-48C8-808E-061B83D59306}" srcId="{B5B0A366-FCD3-42A8-82E6-045140975939}" destId="{A7AC0635-1BA5-4C65-B64D-25715E201813}" srcOrd="0" destOrd="0" parTransId="{6CB93F8D-BC7D-4613-A9A0-1871B3FBA6AB}" sibTransId="{3B09D34E-7DE9-4C13-8A92-45CFDB8D3F11}"/>
    <dgm:cxn modelId="{A9D04D06-8F94-4B77-9C99-3701EBD7FE73}" type="presOf" srcId="{1FFEDF6D-0EB7-4B3E-ADF2-A383A3E8BAFB}" destId="{F98ACCAD-A596-438C-AFBE-2232BF60AF44}" srcOrd="1" destOrd="0" presId="urn:microsoft.com/office/officeart/2005/8/layout/hierarchy2"/>
    <dgm:cxn modelId="{72638C09-09FD-47C5-99AA-0C3AA4EA32D6}" type="presOf" srcId="{A7AC0635-1BA5-4C65-B64D-25715E201813}" destId="{233B9F23-ADD3-48AC-BB85-3FCEAD8F8C33}" srcOrd="0" destOrd="0" presId="urn:microsoft.com/office/officeart/2005/8/layout/hierarchy2"/>
    <dgm:cxn modelId="{DBDE290D-05BE-4BB1-ABC6-FA82AA372F3C}" type="presOf" srcId="{0E2CA629-8D89-4329-B2EA-9E04B1ADA62C}" destId="{75C12989-7435-4C7D-A717-3CFFA4CE3210}" srcOrd="0" destOrd="0" presId="urn:microsoft.com/office/officeart/2005/8/layout/hierarchy2"/>
    <dgm:cxn modelId="{5E8FCF12-647E-4EAF-B1B0-F886AECBE42E}" srcId="{A7AC0635-1BA5-4C65-B64D-25715E201813}" destId="{0E2CA629-8D89-4329-B2EA-9E04B1ADA62C}" srcOrd="1" destOrd="0" parTransId="{9DA41469-9859-4708-8225-C0679761C05B}" sibTransId="{9DD34B9A-C68A-4FC0-AA80-F13DE12E4C15}"/>
    <dgm:cxn modelId="{80068728-34F8-4DB7-9DC6-BE6FF3D2AAA1}" type="presOf" srcId="{A9D3D6E3-4552-40B3-9340-F533D558BDF6}" destId="{4C4000BD-9B5F-4FEE-B150-3774EADD27C1}" srcOrd="1" destOrd="0" presId="urn:microsoft.com/office/officeart/2005/8/layout/hierarchy2"/>
    <dgm:cxn modelId="{34F6E49B-395B-47E0-A827-9E7B5A38CA37}" type="presOf" srcId="{A9D3D6E3-4552-40B3-9340-F533D558BDF6}" destId="{DF3D4D5A-A4CD-41B1-BCA7-C005301D4A5B}" srcOrd="0" destOrd="0" presId="urn:microsoft.com/office/officeart/2005/8/layout/hierarchy2"/>
    <dgm:cxn modelId="{F1CCF09B-4A72-4EC4-B1C1-B9A80533E121}" type="presOf" srcId="{B3BD6B7C-3EBC-4272-BF4C-DEC494AEBBF9}" destId="{DE2BE416-F980-4EAB-9D27-B460A9AD9C0C}" srcOrd="0" destOrd="0" presId="urn:microsoft.com/office/officeart/2005/8/layout/hierarchy2"/>
    <dgm:cxn modelId="{249AA69D-75D2-4077-9B23-112422962B24}" type="presOf" srcId="{9DA41469-9859-4708-8225-C0679761C05B}" destId="{975E506E-C555-44BD-A77E-7E1E844B5A2A}" srcOrd="1" destOrd="0" presId="urn:microsoft.com/office/officeart/2005/8/layout/hierarchy2"/>
    <dgm:cxn modelId="{88AF3FAB-9133-4536-8704-F6A0D268CC3C}" srcId="{A7AC0635-1BA5-4C65-B64D-25715E201813}" destId="{B3BD6B7C-3EBC-4272-BF4C-DEC494AEBBF9}" srcOrd="2" destOrd="0" parTransId="{1FFEDF6D-0EB7-4B3E-ADF2-A383A3E8BAFB}" sibTransId="{E9E8D161-6766-44BF-A027-58A37A81815B}"/>
    <dgm:cxn modelId="{852587B9-262A-4F2E-ACE7-9A53AC52EDF9}" srcId="{A7AC0635-1BA5-4C65-B64D-25715E201813}" destId="{55864438-A4D0-4175-9E41-719887393194}" srcOrd="0" destOrd="0" parTransId="{A9D3D6E3-4552-40B3-9340-F533D558BDF6}" sibTransId="{430E786E-EA2F-432C-A837-AA1D0637D665}"/>
    <dgm:cxn modelId="{9B31DDC4-839A-4072-97FA-1F24A8E4E7A7}" type="presOf" srcId="{B5B0A366-FCD3-42A8-82E6-045140975939}" destId="{545CE07C-3E1F-41FE-9C4E-442D3E1BFE22}" srcOrd="0" destOrd="0" presId="urn:microsoft.com/office/officeart/2005/8/layout/hierarchy2"/>
    <dgm:cxn modelId="{E2DA02CF-5B80-4A57-8104-25CF77237C72}" type="presOf" srcId="{1FFEDF6D-0EB7-4B3E-ADF2-A383A3E8BAFB}" destId="{05691BDE-D539-4C34-8D5A-81CADF7DBD90}" srcOrd="0" destOrd="0" presId="urn:microsoft.com/office/officeart/2005/8/layout/hierarchy2"/>
    <dgm:cxn modelId="{39969CED-92B7-446C-8AAB-805B7A4B5282}" type="presOf" srcId="{55864438-A4D0-4175-9E41-719887393194}" destId="{ED66CCEB-449B-40B2-9799-58F37F48C96A}" srcOrd="0" destOrd="0" presId="urn:microsoft.com/office/officeart/2005/8/layout/hierarchy2"/>
    <dgm:cxn modelId="{C5B9AAF6-ACF3-42C0-A7DA-7EFEFCD487D1}" type="presOf" srcId="{9DA41469-9859-4708-8225-C0679761C05B}" destId="{7951C4DD-76F3-4FE9-99BD-026D0923138C}" srcOrd="0" destOrd="0" presId="urn:microsoft.com/office/officeart/2005/8/layout/hierarchy2"/>
    <dgm:cxn modelId="{EE044E6F-7646-4170-BE52-F003B6C133DC}" type="presParOf" srcId="{545CE07C-3E1F-41FE-9C4E-442D3E1BFE22}" destId="{DA02A920-62EA-4483-B154-D38A8C92EFD9}" srcOrd="0" destOrd="0" presId="urn:microsoft.com/office/officeart/2005/8/layout/hierarchy2"/>
    <dgm:cxn modelId="{FED968DA-1167-42C4-8B2F-DBF35B74085E}" type="presParOf" srcId="{DA02A920-62EA-4483-B154-D38A8C92EFD9}" destId="{233B9F23-ADD3-48AC-BB85-3FCEAD8F8C33}" srcOrd="0" destOrd="0" presId="urn:microsoft.com/office/officeart/2005/8/layout/hierarchy2"/>
    <dgm:cxn modelId="{83F4CBDC-1051-4C3A-B989-C4DF8D0D87EA}" type="presParOf" srcId="{DA02A920-62EA-4483-B154-D38A8C92EFD9}" destId="{228A65C9-9B92-48FF-A093-8797C5183E5F}" srcOrd="1" destOrd="0" presId="urn:microsoft.com/office/officeart/2005/8/layout/hierarchy2"/>
    <dgm:cxn modelId="{9B73E293-964F-4977-B7DD-3A08EA428529}" type="presParOf" srcId="{228A65C9-9B92-48FF-A093-8797C5183E5F}" destId="{DF3D4D5A-A4CD-41B1-BCA7-C005301D4A5B}" srcOrd="0" destOrd="0" presId="urn:microsoft.com/office/officeart/2005/8/layout/hierarchy2"/>
    <dgm:cxn modelId="{02612F5C-111B-40EA-B50A-0485E3DA750E}" type="presParOf" srcId="{DF3D4D5A-A4CD-41B1-BCA7-C005301D4A5B}" destId="{4C4000BD-9B5F-4FEE-B150-3774EADD27C1}" srcOrd="0" destOrd="0" presId="urn:microsoft.com/office/officeart/2005/8/layout/hierarchy2"/>
    <dgm:cxn modelId="{99718804-9E96-417A-99F1-C8B155A9F662}" type="presParOf" srcId="{228A65C9-9B92-48FF-A093-8797C5183E5F}" destId="{62C537C4-E529-4CE2-8B85-6A9802FBF899}" srcOrd="1" destOrd="0" presId="urn:microsoft.com/office/officeart/2005/8/layout/hierarchy2"/>
    <dgm:cxn modelId="{06909D53-3AC9-4509-A7AF-9F2F98E7BCEF}" type="presParOf" srcId="{62C537C4-E529-4CE2-8B85-6A9802FBF899}" destId="{ED66CCEB-449B-40B2-9799-58F37F48C96A}" srcOrd="0" destOrd="0" presId="urn:microsoft.com/office/officeart/2005/8/layout/hierarchy2"/>
    <dgm:cxn modelId="{028A5808-3C87-4ADB-9421-E2CB4CCB43EF}" type="presParOf" srcId="{62C537C4-E529-4CE2-8B85-6A9802FBF899}" destId="{E7AF80C4-4BAC-4F1A-AE59-35906DB71A06}" srcOrd="1" destOrd="0" presId="urn:microsoft.com/office/officeart/2005/8/layout/hierarchy2"/>
    <dgm:cxn modelId="{4C754880-3541-4479-985A-B429B83CF42B}" type="presParOf" srcId="{228A65C9-9B92-48FF-A093-8797C5183E5F}" destId="{7951C4DD-76F3-4FE9-99BD-026D0923138C}" srcOrd="2" destOrd="0" presId="urn:microsoft.com/office/officeart/2005/8/layout/hierarchy2"/>
    <dgm:cxn modelId="{7D889D75-EE3C-4A42-80C5-CAE37B96CE0B}" type="presParOf" srcId="{7951C4DD-76F3-4FE9-99BD-026D0923138C}" destId="{975E506E-C555-44BD-A77E-7E1E844B5A2A}" srcOrd="0" destOrd="0" presId="urn:microsoft.com/office/officeart/2005/8/layout/hierarchy2"/>
    <dgm:cxn modelId="{545D7A41-5414-48D8-BAF3-0C6C9F956F52}" type="presParOf" srcId="{228A65C9-9B92-48FF-A093-8797C5183E5F}" destId="{288C45CE-06E3-450B-AB0B-72719F2334F1}" srcOrd="3" destOrd="0" presId="urn:microsoft.com/office/officeart/2005/8/layout/hierarchy2"/>
    <dgm:cxn modelId="{8981E798-45A6-43C0-8196-FAC9FF202087}" type="presParOf" srcId="{288C45CE-06E3-450B-AB0B-72719F2334F1}" destId="{75C12989-7435-4C7D-A717-3CFFA4CE3210}" srcOrd="0" destOrd="0" presId="urn:microsoft.com/office/officeart/2005/8/layout/hierarchy2"/>
    <dgm:cxn modelId="{BE0E2468-CC86-4F4A-808D-A43222AE1BA2}" type="presParOf" srcId="{288C45CE-06E3-450B-AB0B-72719F2334F1}" destId="{BF7A0462-AAA3-4D7A-8A11-01ED61505EF4}" srcOrd="1" destOrd="0" presId="urn:microsoft.com/office/officeart/2005/8/layout/hierarchy2"/>
    <dgm:cxn modelId="{2263BAE7-30E2-4336-852E-C60B9C58D4FF}" type="presParOf" srcId="{228A65C9-9B92-48FF-A093-8797C5183E5F}" destId="{05691BDE-D539-4C34-8D5A-81CADF7DBD90}" srcOrd="4" destOrd="0" presId="urn:microsoft.com/office/officeart/2005/8/layout/hierarchy2"/>
    <dgm:cxn modelId="{770EED65-E035-400A-9604-FB0092F5AB4B}" type="presParOf" srcId="{05691BDE-D539-4C34-8D5A-81CADF7DBD90}" destId="{F98ACCAD-A596-438C-AFBE-2232BF60AF44}" srcOrd="0" destOrd="0" presId="urn:microsoft.com/office/officeart/2005/8/layout/hierarchy2"/>
    <dgm:cxn modelId="{25478A8D-38DA-47C9-AAB0-57213A6BCE43}" type="presParOf" srcId="{228A65C9-9B92-48FF-A093-8797C5183E5F}" destId="{59C5595D-6422-4168-9CA3-3DFA21DB85A8}" srcOrd="5" destOrd="0" presId="urn:microsoft.com/office/officeart/2005/8/layout/hierarchy2"/>
    <dgm:cxn modelId="{2A08E560-3F11-419C-A15D-97C910FBAC86}" type="presParOf" srcId="{59C5595D-6422-4168-9CA3-3DFA21DB85A8}" destId="{DE2BE416-F980-4EAB-9D27-B460A9AD9C0C}" srcOrd="0" destOrd="0" presId="urn:microsoft.com/office/officeart/2005/8/layout/hierarchy2"/>
    <dgm:cxn modelId="{2C5283A0-E67B-4616-A919-DD6D00FE74F8}" type="presParOf" srcId="{59C5595D-6422-4168-9CA3-3DFA21DB85A8}" destId="{1A2434CB-452B-4715-ABBE-2B711FBC60F6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A0FC712-CEB2-4C29-A000-4E2F658046DE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11FBA71-6E4A-4B8B-9C12-E642A58F8A85}">
      <dgm:prSet/>
      <dgm:spPr/>
      <dgm:t>
        <a:bodyPr/>
        <a:lstStyle/>
        <a:p>
          <a:r>
            <a:rPr lang="en-US"/>
            <a:t>Nhóm: 04 thành viên</a:t>
          </a:r>
        </a:p>
      </dgm:t>
    </dgm:pt>
    <dgm:pt modelId="{863DE28E-D51A-45E3-8371-CC9C18A59F7E}" type="parTrans" cxnId="{293E2F7A-C713-4596-9388-E489B4A9768F}">
      <dgm:prSet/>
      <dgm:spPr/>
      <dgm:t>
        <a:bodyPr/>
        <a:lstStyle/>
        <a:p>
          <a:endParaRPr lang="en-US"/>
        </a:p>
      </dgm:t>
    </dgm:pt>
    <dgm:pt modelId="{A321916C-242B-437C-9E20-7D2C0178E7F8}" type="sibTrans" cxnId="{293E2F7A-C713-4596-9388-E489B4A9768F}">
      <dgm:prSet/>
      <dgm:spPr/>
      <dgm:t>
        <a:bodyPr/>
        <a:lstStyle/>
        <a:p>
          <a:endParaRPr lang="en-US"/>
        </a:p>
      </dgm:t>
    </dgm:pt>
    <dgm:pt modelId="{376330BA-5694-4BF3-9666-8323D9B75162}">
      <dgm:prSet/>
      <dgm:spPr/>
      <dgm:t>
        <a:bodyPr/>
        <a:lstStyle/>
        <a:p>
          <a:r>
            <a:rPr lang="en-US"/>
            <a:t>Thời gian thực hiện: 02 tuần</a:t>
          </a:r>
        </a:p>
      </dgm:t>
    </dgm:pt>
    <dgm:pt modelId="{D3EA4E7A-10D6-4E60-B8BD-137F82D6EA85}" type="parTrans" cxnId="{4D016351-4F9B-4A45-8A8C-9746C830E30E}">
      <dgm:prSet/>
      <dgm:spPr/>
      <dgm:t>
        <a:bodyPr/>
        <a:lstStyle/>
        <a:p>
          <a:endParaRPr lang="en-US"/>
        </a:p>
      </dgm:t>
    </dgm:pt>
    <dgm:pt modelId="{5DB39FB6-DFFF-419F-8FCE-9F0D873EC8A3}" type="sibTrans" cxnId="{4D016351-4F9B-4A45-8A8C-9746C830E30E}">
      <dgm:prSet/>
      <dgm:spPr/>
      <dgm:t>
        <a:bodyPr/>
        <a:lstStyle/>
        <a:p>
          <a:endParaRPr lang="en-US"/>
        </a:p>
      </dgm:t>
    </dgm:pt>
    <dgm:pt modelId="{56303817-36E3-4C76-8C77-B29A348AD5AB}">
      <dgm:prSet/>
      <dgm:spPr/>
      <dgm:t>
        <a:bodyPr/>
        <a:lstStyle/>
        <a:p>
          <a:r>
            <a:rPr lang="en-US"/>
            <a:t>Kỹ thuật phân tích:</a:t>
          </a:r>
        </a:p>
      </dgm:t>
    </dgm:pt>
    <dgm:pt modelId="{2D7BB1C0-E226-4F4B-AB6C-94039B11CB12}" type="parTrans" cxnId="{78ACB583-D83A-4770-95DF-6A9FB2569A1C}">
      <dgm:prSet/>
      <dgm:spPr/>
      <dgm:t>
        <a:bodyPr/>
        <a:lstStyle/>
        <a:p>
          <a:endParaRPr lang="en-US"/>
        </a:p>
      </dgm:t>
    </dgm:pt>
    <dgm:pt modelId="{4F6D234D-FFDC-4E8F-B419-8213560B1B33}" type="sibTrans" cxnId="{78ACB583-D83A-4770-95DF-6A9FB2569A1C}">
      <dgm:prSet/>
      <dgm:spPr/>
      <dgm:t>
        <a:bodyPr/>
        <a:lstStyle/>
        <a:p>
          <a:endParaRPr lang="en-US"/>
        </a:p>
      </dgm:t>
    </dgm:pt>
    <dgm:pt modelId="{FBB68732-B31C-4573-9AB2-45418FEC00E0}">
      <dgm:prSet/>
      <dgm:spPr/>
      <dgm:t>
        <a:bodyPr/>
        <a:lstStyle/>
        <a:p>
          <a:r>
            <a:rPr lang="vi-VN"/>
            <a:t>Trend analysis</a:t>
          </a:r>
          <a:endParaRPr lang="en-US"/>
        </a:p>
      </dgm:t>
    </dgm:pt>
    <dgm:pt modelId="{1473C243-4D53-4B08-A286-BBBEF82B9C2A}" type="parTrans" cxnId="{98A3D5C8-1343-41EF-8524-BCBCF1AFBF73}">
      <dgm:prSet/>
      <dgm:spPr/>
      <dgm:t>
        <a:bodyPr/>
        <a:lstStyle/>
        <a:p>
          <a:endParaRPr lang="en-US"/>
        </a:p>
      </dgm:t>
    </dgm:pt>
    <dgm:pt modelId="{FF1FC4EB-0044-4BE4-919A-707EB54123CB}" type="sibTrans" cxnId="{98A3D5C8-1343-41EF-8524-BCBCF1AFBF73}">
      <dgm:prSet/>
      <dgm:spPr/>
      <dgm:t>
        <a:bodyPr/>
        <a:lstStyle/>
        <a:p>
          <a:endParaRPr lang="en-US"/>
        </a:p>
      </dgm:t>
    </dgm:pt>
    <dgm:pt modelId="{55B2F668-A2B0-40BE-ABEA-784082021E13}">
      <dgm:prSet/>
      <dgm:spPr/>
      <dgm:t>
        <a:bodyPr/>
        <a:lstStyle/>
        <a:p>
          <a:r>
            <a:rPr lang="en-US"/>
            <a:t>Tương quan giữa các biến của choỗi thời gian</a:t>
          </a:r>
        </a:p>
      </dgm:t>
    </dgm:pt>
    <dgm:pt modelId="{C854D0FC-1901-4913-9F65-F6DCA5862DC9}" type="parTrans" cxnId="{490A38CB-71D1-490E-8F30-A4B26C592285}">
      <dgm:prSet/>
      <dgm:spPr/>
      <dgm:t>
        <a:bodyPr/>
        <a:lstStyle/>
        <a:p>
          <a:endParaRPr lang="en-US"/>
        </a:p>
      </dgm:t>
    </dgm:pt>
    <dgm:pt modelId="{0AE57C59-F6E0-4816-B5E0-93F3DE6EA965}" type="sibTrans" cxnId="{490A38CB-71D1-490E-8F30-A4B26C592285}">
      <dgm:prSet/>
      <dgm:spPr/>
      <dgm:t>
        <a:bodyPr/>
        <a:lstStyle/>
        <a:p>
          <a:endParaRPr lang="en-US"/>
        </a:p>
      </dgm:t>
    </dgm:pt>
    <dgm:pt modelId="{C74E937E-F0A8-4A19-97EB-0B879B2F6B18}">
      <dgm:prSet/>
      <dgm:spPr/>
      <dgm:t>
        <a:bodyPr/>
        <a:lstStyle/>
        <a:p>
          <a:r>
            <a:rPr lang="en-US"/>
            <a:t>EDA</a:t>
          </a:r>
        </a:p>
      </dgm:t>
    </dgm:pt>
    <dgm:pt modelId="{43601D3B-66B4-42BD-9DAA-42271E5CAB73}" type="parTrans" cxnId="{7CAA996D-84B3-436C-B75D-2B9EE400AA94}">
      <dgm:prSet/>
      <dgm:spPr/>
      <dgm:t>
        <a:bodyPr/>
        <a:lstStyle/>
        <a:p>
          <a:endParaRPr lang="en-US"/>
        </a:p>
      </dgm:t>
    </dgm:pt>
    <dgm:pt modelId="{C403A23C-2405-41A9-BADA-0CB07DC0A070}" type="sibTrans" cxnId="{7CAA996D-84B3-436C-B75D-2B9EE400AA94}">
      <dgm:prSet/>
      <dgm:spPr/>
      <dgm:t>
        <a:bodyPr/>
        <a:lstStyle/>
        <a:p>
          <a:endParaRPr lang="en-US"/>
        </a:p>
      </dgm:t>
    </dgm:pt>
    <dgm:pt modelId="{B3588DFE-8D85-4F93-A925-13A96AB87C1A}">
      <dgm:prSet/>
      <dgm:spPr/>
      <dgm:t>
        <a:bodyPr/>
        <a:lstStyle/>
        <a:p>
          <a:r>
            <a:rPr lang="en-US"/>
            <a:t>Statistical, ML/DL</a:t>
          </a:r>
        </a:p>
      </dgm:t>
    </dgm:pt>
    <dgm:pt modelId="{4C1EFE1D-E590-43F5-9FAA-53A92ED3819E}" type="parTrans" cxnId="{C80F0E37-3182-49E2-93B3-D9F661E2C8E5}">
      <dgm:prSet/>
      <dgm:spPr/>
      <dgm:t>
        <a:bodyPr/>
        <a:lstStyle/>
        <a:p>
          <a:endParaRPr lang="en-US"/>
        </a:p>
      </dgm:t>
    </dgm:pt>
    <dgm:pt modelId="{C1D49D72-3F75-45B2-8A51-60AE290D9210}" type="sibTrans" cxnId="{C80F0E37-3182-49E2-93B3-D9F661E2C8E5}">
      <dgm:prSet/>
      <dgm:spPr/>
      <dgm:t>
        <a:bodyPr/>
        <a:lstStyle/>
        <a:p>
          <a:endParaRPr lang="en-US"/>
        </a:p>
      </dgm:t>
    </dgm:pt>
    <dgm:pt modelId="{E2767828-FCDB-4D3B-8324-026A9C64111C}">
      <dgm:prSet/>
      <dgm:spPr/>
      <dgm:t>
        <a:bodyPr/>
        <a:lstStyle/>
        <a:p>
          <a:r>
            <a:rPr lang="en-US"/>
            <a:t>Visualization và n</a:t>
          </a:r>
          <a:r>
            <a:rPr lang="vi-VN"/>
            <a:t>hận xét</a:t>
          </a:r>
          <a:endParaRPr lang="en-US"/>
        </a:p>
      </dgm:t>
    </dgm:pt>
    <dgm:pt modelId="{4392BF63-4034-4B9E-A41A-57AD658B0079}" type="parTrans" cxnId="{BA284E7E-BFDC-4D8E-83F7-671E2F553C6D}">
      <dgm:prSet/>
      <dgm:spPr/>
      <dgm:t>
        <a:bodyPr/>
        <a:lstStyle/>
        <a:p>
          <a:endParaRPr lang="en-US"/>
        </a:p>
      </dgm:t>
    </dgm:pt>
    <dgm:pt modelId="{C52D0577-468B-40B3-BA38-F6D89340A9FD}" type="sibTrans" cxnId="{BA284E7E-BFDC-4D8E-83F7-671E2F553C6D}">
      <dgm:prSet/>
      <dgm:spPr/>
      <dgm:t>
        <a:bodyPr/>
        <a:lstStyle/>
        <a:p>
          <a:endParaRPr lang="en-US"/>
        </a:p>
      </dgm:t>
    </dgm:pt>
    <dgm:pt modelId="{60DBC3C1-2388-4730-ABC4-9FA90B15E79E}" type="pres">
      <dgm:prSet presAssocID="{4A0FC712-CEB2-4C29-A000-4E2F658046DE}" presName="linear" presStyleCnt="0">
        <dgm:presLayoutVars>
          <dgm:dir/>
          <dgm:animLvl val="lvl"/>
          <dgm:resizeHandles val="exact"/>
        </dgm:presLayoutVars>
      </dgm:prSet>
      <dgm:spPr/>
    </dgm:pt>
    <dgm:pt modelId="{788F3017-E9B2-4A32-84D7-60B2452796AC}" type="pres">
      <dgm:prSet presAssocID="{111FBA71-6E4A-4B8B-9C12-E642A58F8A85}" presName="parentLin" presStyleCnt="0"/>
      <dgm:spPr/>
    </dgm:pt>
    <dgm:pt modelId="{367D5FC2-A06F-4D60-BD5B-3FC440B26487}" type="pres">
      <dgm:prSet presAssocID="{111FBA71-6E4A-4B8B-9C12-E642A58F8A85}" presName="parentLeftMargin" presStyleLbl="node1" presStyleIdx="0" presStyleCnt="3"/>
      <dgm:spPr/>
    </dgm:pt>
    <dgm:pt modelId="{1E615711-6C9B-4928-8BB8-C66827661BB2}" type="pres">
      <dgm:prSet presAssocID="{111FBA71-6E4A-4B8B-9C12-E642A58F8A8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4D93DC-EFD6-412E-B434-93D7A1D6ECA5}" type="pres">
      <dgm:prSet presAssocID="{111FBA71-6E4A-4B8B-9C12-E642A58F8A85}" presName="negativeSpace" presStyleCnt="0"/>
      <dgm:spPr/>
    </dgm:pt>
    <dgm:pt modelId="{BA72580F-AF38-4353-856C-96EABB2CC722}" type="pres">
      <dgm:prSet presAssocID="{111FBA71-6E4A-4B8B-9C12-E642A58F8A85}" presName="childText" presStyleLbl="conFgAcc1" presStyleIdx="0" presStyleCnt="3">
        <dgm:presLayoutVars>
          <dgm:bulletEnabled val="1"/>
        </dgm:presLayoutVars>
      </dgm:prSet>
      <dgm:spPr/>
    </dgm:pt>
    <dgm:pt modelId="{15FEDE94-1FB6-4B4F-AC0C-DE836773E962}" type="pres">
      <dgm:prSet presAssocID="{A321916C-242B-437C-9E20-7D2C0178E7F8}" presName="spaceBetweenRectangles" presStyleCnt="0"/>
      <dgm:spPr/>
    </dgm:pt>
    <dgm:pt modelId="{DE928068-3782-4894-A32F-9A861942BFD3}" type="pres">
      <dgm:prSet presAssocID="{376330BA-5694-4BF3-9666-8323D9B75162}" presName="parentLin" presStyleCnt="0"/>
      <dgm:spPr/>
    </dgm:pt>
    <dgm:pt modelId="{F62498A3-DDDE-4A82-8F8C-2AEAA3AD2C77}" type="pres">
      <dgm:prSet presAssocID="{376330BA-5694-4BF3-9666-8323D9B75162}" presName="parentLeftMargin" presStyleLbl="node1" presStyleIdx="0" presStyleCnt="3"/>
      <dgm:spPr/>
    </dgm:pt>
    <dgm:pt modelId="{F5DC3B57-CBC4-4682-B49A-59E88DEBCE56}" type="pres">
      <dgm:prSet presAssocID="{376330BA-5694-4BF3-9666-8323D9B7516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13443B1-8190-4C48-9E59-72A0A9335F60}" type="pres">
      <dgm:prSet presAssocID="{376330BA-5694-4BF3-9666-8323D9B75162}" presName="negativeSpace" presStyleCnt="0"/>
      <dgm:spPr/>
    </dgm:pt>
    <dgm:pt modelId="{CCD78C4E-1A98-49B2-A694-B7325EE3B39E}" type="pres">
      <dgm:prSet presAssocID="{376330BA-5694-4BF3-9666-8323D9B75162}" presName="childText" presStyleLbl="conFgAcc1" presStyleIdx="1" presStyleCnt="3">
        <dgm:presLayoutVars>
          <dgm:bulletEnabled val="1"/>
        </dgm:presLayoutVars>
      </dgm:prSet>
      <dgm:spPr/>
    </dgm:pt>
    <dgm:pt modelId="{00DDB81D-0CBA-4BC5-9AFC-4350C201107F}" type="pres">
      <dgm:prSet presAssocID="{5DB39FB6-DFFF-419F-8FCE-9F0D873EC8A3}" presName="spaceBetweenRectangles" presStyleCnt="0"/>
      <dgm:spPr/>
    </dgm:pt>
    <dgm:pt modelId="{1A26B993-ED0D-4A3B-9EBB-E251E771F7FE}" type="pres">
      <dgm:prSet presAssocID="{56303817-36E3-4C76-8C77-B29A348AD5AB}" presName="parentLin" presStyleCnt="0"/>
      <dgm:spPr/>
    </dgm:pt>
    <dgm:pt modelId="{83761416-1BAF-4F21-8B2E-9D14B68D95C8}" type="pres">
      <dgm:prSet presAssocID="{56303817-36E3-4C76-8C77-B29A348AD5AB}" presName="parentLeftMargin" presStyleLbl="node1" presStyleIdx="1" presStyleCnt="3"/>
      <dgm:spPr/>
    </dgm:pt>
    <dgm:pt modelId="{FEDC3DA2-4EF3-4683-B020-C0B64E07BEA1}" type="pres">
      <dgm:prSet presAssocID="{56303817-36E3-4C76-8C77-B29A348AD5A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D3A165C-7324-4CED-9ADF-602DD8D6479E}" type="pres">
      <dgm:prSet presAssocID="{56303817-36E3-4C76-8C77-B29A348AD5AB}" presName="negativeSpace" presStyleCnt="0"/>
      <dgm:spPr/>
    </dgm:pt>
    <dgm:pt modelId="{D4B33AD4-8DC7-4C3E-922E-581410E1221A}" type="pres">
      <dgm:prSet presAssocID="{56303817-36E3-4C76-8C77-B29A348AD5A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13E7607-8180-46C5-B3CB-D227AF6A2414}" type="presOf" srcId="{56303817-36E3-4C76-8C77-B29A348AD5AB}" destId="{83761416-1BAF-4F21-8B2E-9D14B68D95C8}" srcOrd="0" destOrd="0" presId="urn:microsoft.com/office/officeart/2005/8/layout/list1"/>
    <dgm:cxn modelId="{C20C790A-EB9B-4F05-A21A-1FC0E3A6C5CF}" type="presOf" srcId="{C74E937E-F0A8-4A19-97EB-0B879B2F6B18}" destId="{D4B33AD4-8DC7-4C3E-922E-581410E1221A}" srcOrd="0" destOrd="2" presId="urn:microsoft.com/office/officeart/2005/8/layout/list1"/>
    <dgm:cxn modelId="{C3879C15-9E74-43BA-8208-BFA02D8C5632}" type="presOf" srcId="{111FBA71-6E4A-4B8B-9C12-E642A58F8A85}" destId="{367D5FC2-A06F-4D60-BD5B-3FC440B26487}" srcOrd="0" destOrd="0" presId="urn:microsoft.com/office/officeart/2005/8/layout/list1"/>
    <dgm:cxn modelId="{902A9917-A1F8-4888-B1A3-3E7D75BA660E}" type="presOf" srcId="{376330BA-5694-4BF3-9666-8323D9B75162}" destId="{F5DC3B57-CBC4-4682-B49A-59E88DEBCE56}" srcOrd="1" destOrd="0" presId="urn:microsoft.com/office/officeart/2005/8/layout/list1"/>
    <dgm:cxn modelId="{2B827734-59A8-4D8E-9A90-E19F01AA5C35}" type="presOf" srcId="{111FBA71-6E4A-4B8B-9C12-E642A58F8A85}" destId="{1E615711-6C9B-4928-8BB8-C66827661BB2}" srcOrd="1" destOrd="0" presId="urn:microsoft.com/office/officeart/2005/8/layout/list1"/>
    <dgm:cxn modelId="{C80F0E37-3182-49E2-93B3-D9F661E2C8E5}" srcId="{56303817-36E3-4C76-8C77-B29A348AD5AB}" destId="{B3588DFE-8D85-4F93-A925-13A96AB87C1A}" srcOrd="3" destOrd="0" parTransId="{4C1EFE1D-E590-43F5-9FAA-53A92ED3819E}" sibTransId="{C1D49D72-3F75-45B2-8A51-60AE290D9210}"/>
    <dgm:cxn modelId="{2922CF38-694D-42E6-BA9C-75A5064DD984}" type="presOf" srcId="{56303817-36E3-4C76-8C77-B29A348AD5AB}" destId="{FEDC3DA2-4EF3-4683-B020-C0B64E07BEA1}" srcOrd="1" destOrd="0" presId="urn:microsoft.com/office/officeart/2005/8/layout/list1"/>
    <dgm:cxn modelId="{CDE3D567-E629-43F1-A84D-6C99F0606AE0}" type="presOf" srcId="{FBB68732-B31C-4573-9AB2-45418FEC00E0}" destId="{D4B33AD4-8DC7-4C3E-922E-581410E1221A}" srcOrd="0" destOrd="0" presId="urn:microsoft.com/office/officeart/2005/8/layout/list1"/>
    <dgm:cxn modelId="{7CAA996D-84B3-436C-B75D-2B9EE400AA94}" srcId="{56303817-36E3-4C76-8C77-B29A348AD5AB}" destId="{C74E937E-F0A8-4A19-97EB-0B879B2F6B18}" srcOrd="2" destOrd="0" parTransId="{43601D3B-66B4-42BD-9DAA-42271E5CAB73}" sibTransId="{C403A23C-2405-41A9-BADA-0CB07DC0A070}"/>
    <dgm:cxn modelId="{4D016351-4F9B-4A45-8A8C-9746C830E30E}" srcId="{4A0FC712-CEB2-4C29-A000-4E2F658046DE}" destId="{376330BA-5694-4BF3-9666-8323D9B75162}" srcOrd="1" destOrd="0" parTransId="{D3EA4E7A-10D6-4E60-B8BD-137F82D6EA85}" sibTransId="{5DB39FB6-DFFF-419F-8FCE-9F0D873EC8A3}"/>
    <dgm:cxn modelId="{293E2F7A-C713-4596-9388-E489B4A9768F}" srcId="{4A0FC712-CEB2-4C29-A000-4E2F658046DE}" destId="{111FBA71-6E4A-4B8B-9C12-E642A58F8A85}" srcOrd="0" destOrd="0" parTransId="{863DE28E-D51A-45E3-8371-CC9C18A59F7E}" sibTransId="{A321916C-242B-437C-9E20-7D2C0178E7F8}"/>
    <dgm:cxn modelId="{BA284E7E-BFDC-4D8E-83F7-671E2F553C6D}" srcId="{56303817-36E3-4C76-8C77-B29A348AD5AB}" destId="{E2767828-FCDB-4D3B-8324-026A9C64111C}" srcOrd="4" destOrd="0" parTransId="{4392BF63-4034-4B9E-A41A-57AD658B0079}" sibTransId="{C52D0577-468B-40B3-BA38-F6D89340A9FD}"/>
    <dgm:cxn modelId="{78ACB583-D83A-4770-95DF-6A9FB2569A1C}" srcId="{4A0FC712-CEB2-4C29-A000-4E2F658046DE}" destId="{56303817-36E3-4C76-8C77-B29A348AD5AB}" srcOrd="2" destOrd="0" parTransId="{2D7BB1C0-E226-4F4B-AB6C-94039B11CB12}" sibTransId="{4F6D234D-FFDC-4E8F-B419-8213560B1B33}"/>
    <dgm:cxn modelId="{7A005B99-D05B-4998-AA53-282C423C932C}" type="presOf" srcId="{B3588DFE-8D85-4F93-A925-13A96AB87C1A}" destId="{D4B33AD4-8DC7-4C3E-922E-581410E1221A}" srcOrd="0" destOrd="3" presId="urn:microsoft.com/office/officeart/2005/8/layout/list1"/>
    <dgm:cxn modelId="{8E6AC29F-01EC-473B-B6DE-246926B09AA3}" type="presOf" srcId="{376330BA-5694-4BF3-9666-8323D9B75162}" destId="{F62498A3-DDDE-4A82-8F8C-2AEAA3AD2C77}" srcOrd="0" destOrd="0" presId="urn:microsoft.com/office/officeart/2005/8/layout/list1"/>
    <dgm:cxn modelId="{216062A1-34C1-4ABB-9E95-DE2A49C472EA}" type="presOf" srcId="{E2767828-FCDB-4D3B-8324-026A9C64111C}" destId="{D4B33AD4-8DC7-4C3E-922E-581410E1221A}" srcOrd="0" destOrd="4" presId="urn:microsoft.com/office/officeart/2005/8/layout/list1"/>
    <dgm:cxn modelId="{FF4885C4-5731-4958-950D-05B8B76D1E54}" type="presOf" srcId="{55B2F668-A2B0-40BE-ABEA-784082021E13}" destId="{D4B33AD4-8DC7-4C3E-922E-581410E1221A}" srcOrd="0" destOrd="1" presId="urn:microsoft.com/office/officeart/2005/8/layout/list1"/>
    <dgm:cxn modelId="{98A3D5C8-1343-41EF-8524-BCBCF1AFBF73}" srcId="{56303817-36E3-4C76-8C77-B29A348AD5AB}" destId="{FBB68732-B31C-4573-9AB2-45418FEC00E0}" srcOrd="0" destOrd="0" parTransId="{1473C243-4D53-4B08-A286-BBBEF82B9C2A}" sibTransId="{FF1FC4EB-0044-4BE4-919A-707EB54123CB}"/>
    <dgm:cxn modelId="{490A38CB-71D1-490E-8F30-A4B26C592285}" srcId="{56303817-36E3-4C76-8C77-B29A348AD5AB}" destId="{55B2F668-A2B0-40BE-ABEA-784082021E13}" srcOrd="1" destOrd="0" parTransId="{C854D0FC-1901-4913-9F65-F6DCA5862DC9}" sibTransId="{0AE57C59-F6E0-4816-B5E0-93F3DE6EA965}"/>
    <dgm:cxn modelId="{2010F1F0-7AB3-4F6B-BE60-CDA51A6DFFAD}" type="presOf" srcId="{4A0FC712-CEB2-4C29-A000-4E2F658046DE}" destId="{60DBC3C1-2388-4730-ABC4-9FA90B15E79E}" srcOrd="0" destOrd="0" presId="urn:microsoft.com/office/officeart/2005/8/layout/list1"/>
    <dgm:cxn modelId="{59594644-CF8F-4F70-BD18-A1FB8BE384C7}" type="presParOf" srcId="{60DBC3C1-2388-4730-ABC4-9FA90B15E79E}" destId="{788F3017-E9B2-4A32-84D7-60B2452796AC}" srcOrd="0" destOrd="0" presId="urn:microsoft.com/office/officeart/2005/8/layout/list1"/>
    <dgm:cxn modelId="{2BC7D091-85D3-4D9F-BF59-CAFC80B74615}" type="presParOf" srcId="{788F3017-E9B2-4A32-84D7-60B2452796AC}" destId="{367D5FC2-A06F-4D60-BD5B-3FC440B26487}" srcOrd="0" destOrd="0" presId="urn:microsoft.com/office/officeart/2005/8/layout/list1"/>
    <dgm:cxn modelId="{2C9B6F0A-063E-4880-A6B3-2033515A590D}" type="presParOf" srcId="{788F3017-E9B2-4A32-84D7-60B2452796AC}" destId="{1E615711-6C9B-4928-8BB8-C66827661BB2}" srcOrd="1" destOrd="0" presId="urn:microsoft.com/office/officeart/2005/8/layout/list1"/>
    <dgm:cxn modelId="{E0F7F50A-CD1B-482E-84F4-29371ED282E7}" type="presParOf" srcId="{60DBC3C1-2388-4730-ABC4-9FA90B15E79E}" destId="{844D93DC-EFD6-412E-B434-93D7A1D6ECA5}" srcOrd="1" destOrd="0" presId="urn:microsoft.com/office/officeart/2005/8/layout/list1"/>
    <dgm:cxn modelId="{3EF25E11-7975-4E66-AB0B-A95B3C70811C}" type="presParOf" srcId="{60DBC3C1-2388-4730-ABC4-9FA90B15E79E}" destId="{BA72580F-AF38-4353-856C-96EABB2CC722}" srcOrd="2" destOrd="0" presId="urn:microsoft.com/office/officeart/2005/8/layout/list1"/>
    <dgm:cxn modelId="{E65E894D-4291-4DAD-8EC0-5B0EECA2CD95}" type="presParOf" srcId="{60DBC3C1-2388-4730-ABC4-9FA90B15E79E}" destId="{15FEDE94-1FB6-4B4F-AC0C-DE836773E962}" srcOrd="3" destOrd="0" presId="urn:microsoft.com/office/officeart/2005/8/layout/list1"/>
    <dgm:cxn modelId="{EAEBABEE-D509-4E3B-92FC-EEE7DF83B304}" type="presParOf" srcId="{60DBC3C1-2388-4730-ABC4-9FA90B15E79E}" destId="{DE928068-3782-4894-A32F-9A861942BFD3}" srcOrd="4" destOrd="0" presId="urn:microsoft.com/office/officeart/2005/8/layout/list1"/>
    <dgm:cxn modelId="{AD815CF8-DB2D-4DCF-BD0B-68D7C6E282D4}" type="presParOf" srcId="{DE928068-3782-4894-A32F-9A861942BFD3}" destId="{F62498A3-DDDE-4A82-8F8C-2AEAA3AD2C77}" srcOrd="0" destOrd="0" presId="urn:microsoft.com/office/officeart/2005/8/layout/list1"/>
    <dgm:cxn modelId="{1E07F842-FECA-4732-9A15-01F4F6F4E356}" type="presParOf" srcId="{DE928068-3782-4894-A32F-9A861942BFD3}" destId="{F5DC3B57-CBC4-4682-B49A-59E88DEBCE56}" srcOrd="1" destOrd="0" presId="urn:microsoft.com/office/officeart/2005/8/layout/list1"/>
    <dgm:cxn modelId="{A335E03F-F3D4-4547-BF67-D3F86CF004F1}" type="presParOf" srcId="{60DBC3C1-2388-4730-ABC4-9FA90B15E79E}" destId="{E13443B1-8190-4C48-9E59-72A0A9335F60}" srcOrd="5" destOrd="0" presId="urn:microsoft.com/office/officeart/2005/8/layout/list1"/>
    <dgm:cxn modelId="{CB283952-09F5-4149-A51C-9EEC80A5C427}" type="presParOf" srcId="{60DBC3C1-2388-4730-ABC4-9FA90B15E79E}" destId="{CCD78C4E-1A98-49B2-A694-B7325EE3B39E}" srcOrd="6" destOrd="0" presId="urn:microsoft.com/office/officeart/2005/8/layout/list1"/>
    <dgm:cxn modelId="{D7170A0A-EC8B-410F-810B-42366D08A691}" type="presParOf" srcId="{60DBC3C1-2388-4730-ABC4-9FA90B15E79E}" destId="{00DDB81D-0CBA-4BC5-9AFC-4350C201107F}" srcOrd="7" destOrd="0" presId="urn:microsoft.com/office/officeart/2005/8/layout/list1"/>
    <dgm:cxn modelId="{B13D9B80-9B88-4607-89AD-2874851DD85C}" type="presParOf" srcId="{60DBC3C1-2388-4730-ABC4-9FA90B15E79E}" destId="{1A26B993-ED0D-4A3B-9EBB-E251E771F7FE}" srcOrd="8" destOrd="0" presId="urn:microsoft.com/office/officeart/2005/8/layout/list1"/>
    <dgm:cxn modelId="{7E1F8FEA-1171-41C1-8DED-1CB68A0372CD}" type="presParOf" srcId="{1A26B993-ED0D-4A3B-9EBB-E251E771F7FE}" destId="{83761416-1BAF-4F21-8B2E-9D14B68D95C8}" srcOrd="0" destOrd="0" presId="urn:microsoft.com/office/officeart/2005/8/layout/list1"/>
    <dgm:cxn modelId="{7D31DC14-5D74-49F6-B425-C973A2AACC77}" type="presParOf" srcId="{1A26B993-ED0D-4A3B-9EBB-E251E771F7FE}" destId="{FEDC3DA2-4EF3-4683-B020-C0B64E07BEA1}" srcOrd="1" destOrd="0" presId="urn:microsoft.com/office/officeart/2005/8/layout/list1"/>
    <dgm:cxn modelId="{F0FA8112-F34A-4251-8490-C4C10C0E21FC}" type="presParOf" srcId="{60DBC3C1-2388-4730-ABC4-9FA90B15E79E}" destId="{BD3A165C-7324-4CED-9ADF-602DD8D6479E}" srcOrd="9" destOrd="0" presId="urn:microsoft.com/office/officeart/2005/8/layout/list1"/>
    <dgm:cxn modelId="{3F0A6CF0-4D32-4487-BE84-672CC01156C2}" type="presParOf" srcId="{60DBC3C1-2388-4730-ABC4-9FA90B15E79E}" destId="{D4B33AD4-8DC7-4C3E-922E-581410E1221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52D3CBF-094F-45B0-BB1B-8F5C5AC9334D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1C873FB-DBE4-421C-867C-8823A81C3281}">
      <dgm:prSet/>
      <dgm:spPr/>
      <dgm:t>
        <a:bodyPr/>
        <a:lstStyle/>
        <a:p>
          <a:r>
            <a:rPr lang="en-US"/>
            <a:t>World Bank (data.worldbank.org)</a:t>
          </a:r>
        </a:p>
      </dgm:t>
    </dgm:pt>
    <dgm:pt modelId="{FFD5BB07-E77C-4910-A568-CEEE20FC621B}" type="parTrans" cxnId="{1A6B4A72-98FB-495B-AD43-02B63DB5F869}">
      <dgm:prSet/>
      <dgm:spPr/>
      <dgm:t>
        <a:bodyPr/>
        <a:lstStyle/>
        <a:p>
          <a:endParaRPr lang="en-US"/>
        </a:p>
      </dgm:t>
    </dgm:pt>
    <dgm:pt modelId="{33A574C8-12D2-4311-93EF-807D6301ED69}" type="sibTrans" cxnId="{1A6B4A72-98FB-495B-AD43-02B63DB5F869}">
      <dgm:prSet/>
      <dgm:spPr/>
      <dgm:t>
        <a:bodyPr/>
        <a:lstStyle/>
        <a:p>
          <a:endParaRPr lang="en-US"/>
        </a:p>
      </dgm:t>
    </dgm:pt>
    <dgm:pt modelId="{770B7DA3-74B2-4643-8CD5-EB20256E3913}">
      <dgm:prSet/>
      <dgm:spPr/>
      <dgm:t>
        <a:bodyPr/>
        <a:lstStyle/>
        <a:p>
          <a:r>
            <a:rPr lang="en-US"/>
            <a:t>IMF (https://www.imf.org/en/data)</a:t>
          </a:r>
        </a:p>
      </dgm:t>
    </dgm:pt>
    <dgm:pt modelId="{1ABEDDD2-9F79-414B-9AE7-AB3231B0383F}" type="parTrans" cxnId="{028957C7-021D-491B-B768-B69FD16C6DA3}">
      <dgm:prSet/>
      <dgm:spPr/>
      <dgm:t>
        <a:bodyPr/>
        <a:lstStyle/>
        <a:p>
          <a:endParaRPr lang="en-US"/>
        </a:p>
      </dgm:t>
    </dgm:pt>
    <dgm:pt modelId="{FB6A2681-AFD6-4230-A58F-334F44C91CAB}" type="sibTrans" cxnId="{028957C7-021D-491B-B768-B69FD16C6DA3}">
      <dgm:prSet/>
      <dgm:spPr/>
      <dgm:t>
        <a:bodyPr/>
        <a:lstStyle/>
        <a:p>
          <a:endParaRPr lang="en-US"/>
        </a:p>
      </dgm:t>
    </dgm:pt>
    <dgm:pt modelId="{056F9C0A-42F6-4022-AF4D-E0529BED7F98}">
      <dgm:prSet/>
      <dgm:spPr/>
      <dgm:t>
        <a:bodyPr/>
        <a:lstStyle/>
        <a:p>
          <a:r>
            <a:rPr lang="en-US"/>
            <a:t>FRED (https://fred.stlouisfed.org)</a:t>
          </a:r>
        </a:p>
      </dgm:t>
    </dgm:pt>
    <dgm:pt modelId="{E8BC2CA6-12AA-48C3-BF91-D6A533544831}" type="parTrans" cxnId="{0F10224F-728F-458A-8A8C-571A506BA85E}">
      <dgm:prSet/>
      <dgm:spPr/>
      <dgm:t>
        <a:bodyPr/>
        <a:lstStyle/>
        <a:p>
          <a:endParaRPr lang="en-US"/>
        </a:p>
      </dgm:t>
    </dgm:pt>
    <dgm:pt modelId="{C2E5AB0A-9FB7-4574-88BA-89F27A47BEC2}" type="sibTrans" cxnId="{0F10224F-728F-458A-8A8C-571A506BA85E}">
      <dgm:prSet/>
      <dgm:spPr/>
      <dgm:t>
        <a:bodyPr/>
        <a:lstStyle/>
        <a:p>
          <a:endParaRPr lang="en-US"/>
        </a:p>
      </dgm:t>
    </dgm:pt>
    <dgm:pt modelId="{737BD116-32AD-4354-BDF0-521CF2316BAE}">
      <dgm:prSet/>
      <dgm:spPr/>
      <dgm:t>
        <a:bodyPr/>
        <a:lstStyle/>
        <a:p>
          <a:r>
            <a:rPr lang="en-US"/>
            <a:t>Tổng cục thống kê Việt Nam (https://www.nso.gov.vn/)</a:t>
          </a:r>
        </a:p>
      </dgm:t>
    </dgm:pt>
    <dgm:pt modelId="{4E63C945-D54C-4C85-B8D0-EF96E7F9B8E4}" type="parTrans" cxnId="{A26FD14A-78AF-48A5-B327-8461146163D3}">
      <dgm:prSet/>
      <dgm:spPr/>
      <dgm:t>
        <a:bodyPr/>
        <a:lstStyle/>
        <a:p>
          <a:endParaRPr lang="en-US"/>
        </a:p>
      </dgm:t>
    </dgm:pt>
    <dgm:pt modelId="{97CC1EEC-9F02-42C8-97D8-EBF10CC2A554}" type="sibTrans" cxnId="{A26FD14A-78AF-48A5-B327-8461146163D3}">
      <dgm:prSet/>
      <dgm:spPr/>
      <dgm:t>
        <a:bodyPr/>
        <a:lstStyle/>
        <a:p>
          <a:endParaRPr lang="en-US"/>
        </a:p>
      </dgm:t>
    </dgm:pt>
    <dgm:pt modelId="{860E56DC-72D2-412D-860B-66E087608355}" type="pres">
      <dgm:prSet presAssocID="{152D3CBF-094F-45B0-BB1B-8F5C5AC9334D}" presName="linear" presStyleCnt="0">
        <dgm:presLayoutVars>
          <dgm:animLvl val="lvl"/>
          <dgm:resizeHandles val="exact"/>
        </dgm:presLayoutVars>
      </dgm:prSet>
      <dgm:spPr/>
    </dgm:pt>
    <dgm:pt modelId="{C7E07B93-666B-4332-BB67-DCC48D3C35D8}" type="pres">
      <dgm:prSet presAssocID="{C1C873FB-DBE4-421C-867C-8823A81C328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483EBFA-1393-4888-9497-B207AB422DF7}" type="pres">
      <dgm:prSet presAssocID="{33A574C8-12D2-4311-93EF-807D6301ED69}" presName="spacer" presStyleCnt="0"/>
      <dgm:spPr/>
    </dgm:pt>
    <dgm:pt modelId="{7510C8EB-19AE-4A33-84B8-7DD4DA5DFB3E}" type="pres">
      <dgm:prSet presAssocID="{770B7DA3-74B2-4643-8CD5-EB20256E391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BAC0443-2E32-4D67-BD0C-D4E1EFA0F08A}" type="pres">
      <dgm:prSet presAssocID="{FB6A2681-AFD6-4230-A58F-334F44C91CAB}" presName="spacer" presStyleCnt="0"/>
      <dgm:spPr/>
    </dgm:pt>
    <dgm:pt modelId="{4FD2DF3E-C627-4A98-9347-ACEE98C98649}" type="pres">
      <dgm:prSet presAssocID="{056F9C0A-42F6-4022-AF4D-E0529BED7F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AE5FE2-3DA2-46D4-9BB0-8D5A1400FE80}" type="pres">
      <dgm:prSet presAssocID="{C2E5AB0A-9FB7-4574-88BA-89F27A47BEC2}" presName="spacer" presStyleCnt="0"/>
      <dgm:spPr/>
    </dgm:pt>
    <dgm:pt modelId="{F72C952B-7B5D-4438-BB97-BDCA915F8D7F}" type="pres">
      <dgm:prSet presAssocID="{737BD116-32AD-4354-BDF0-521CF2316BA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37B7801-014D-45D7-8084-5C097945CA22}" type="presOf" srcId="{056F9C0A-42F6-4022-AF4D-E0529BED7F98}" destId="{4FD2DF3E-C627-4A98-9347-ACEE98C98649}" srcOrd="0" destOrd="0" presId="urn:microsoft.com/office/officeart/2005/8/layout/vList2"/>
    <dgm:cxn modelId="{FB91B719-0B83-41FA-8DE8-A9ECCFA2D39A}" type="presOf" srcId="{737BD116-32AD-4354-BDF0-521CF2316BAE}" destId="{F72C952B-7B5D-4438-BB97-BDCA915F8D7F}" srcOrd="0" destOrd="0" presId="urn:microsoft.com/office/officeart/2005/8/layout/vList2"/>
    <dgm:cxn modelId="{A26FD14A-78AF-48A5-B327-8461146163D3}" srcId="{152D3CBF-094F-45B0-BB1B-8F5C5AC9334D}" destId="{737BD116-32AD-4354-BDF0-521CF2316BAE}" srcOrd="3" destOrd="0" parTransId="{4E63C945-D54C-4C85-B8D0-EF96E7F9B8E4}" sibTransId="{97CC1EEC-9F02-42C8-97D8-EBF10CC2A554}"/>
    <dgm:cxn modelId="{0F10224F-728F-458A-8A8C-571A506BA85E}" srcId="{152D3CBF-094F-45B0-BB1B-8F5C5AC9334D}" destId="{056F9C0A-42F6-4022-AF4D-E0529BED7F98}" srcOrd="2" destOrd="0" parTransId="{E8BC2CA6-12AA-48C3-BF91-D6A533544831}" sibTransId="{C2E5AB0A-9FB7-4574-88BA-89F27A47BEC2}"/>
    <dgm:cxn modelId="{1A6B4A72-98FB-495B-AD43-02B63DB5F869}" srcId="{152D3CBF-094F-45B0-BB1B-8F5C5AC9334D}" destId="{C1C873FB-DBE4-421C-867C-8823A81C3281}" srcOrd="0" destOrd="0" parTransId="{FFD5BB07-E77C-4910-A568-CEEE20FC621B}" sibTransId="{33A574C8-12D2-4311-93EF-807D6301ED69}"/>
    <dgm:cxn modelId="{A0F28856-190C-4896-8B67-6339AE7F21B7}" type="presOf" srcId="{C1C873FB-DBE4-421C-867C-8823A81C3281}" destId="{C7E07B93-666B-4332-BB67-DCC48D3C35D8}" srcOrd="0" destOrd="0" presId="urn:microsoft.com/office/officeart/2005/8/layout/vList2"/>
    <dgm:cxn modelId="{C32FE49F-209B-4265-A4D7-808542B9CA49}" type="presOf" srcId="{770B7DA3-74B2-4643-8CD5-EB20256E3913}" destId="{7510C8EB-19AE-4A33-84B8-7DD4DA5DFB3E}" srcOrd="0" destOrd="0" presId="urn:microsoft.com/office/officeart/2005/8/layout/vList2"/>
    <dgm:cxn modelId="{DB2A91AD-7832-43DA-AA66-221F8CEDE907}" type="presOf" srcId="{152D3CBF-094F-45B0-BB1B-8F5C5AC9334D}" destId="{860E56DC-72D2-412D-860B-66E087608355}" srcOrd="0" destOrd="0" presId="urn:microsoft.com/office/officeart/2005/8/layout/vList2"/>
    <dgm:cxn modelId="{028957C7-021D-491B-B768-B69FD16C6DA3}" srcId="{152D3CBF-094F-45B0-BB1B-8F5C5AC9334D}" destId="{770B7DA3-74B2-4643-8CD5-EB20256E3913}" srcOrd="1" destOrd="0" parTransId="{1ABEDDD2-9F79-414B-9AE7-AB3231B0383F}" sibTransId="{FB6A2681-AFD6-4230-A58F-334F44C91CAB}"/>
    <dgm:cxn modelId="{58F714DF-68CB-47E5-A714-06BC14E9CD18}" type="presParOf" srcId="{860E56DC-72D2-412D-860B-66E087608355}" destId="{C7E07B93-666B-4332-BB67-DCC48D3C35D8}" srcOrd="0" destOrd="0" presId="urn:microsoft.com/office/officeart/2005/8/layout/vList2"/>
    <dgm:cxn modelId="{8A8AFC67-17F7-4B8B-9A95-8BD0FD2C4FDD}" type="presParOf" srcId="{860E56DC-72D2-412D-860B-66E087608355}" destId="{0483EBFA-1393-4888-9497-B207AB422DF7}" srcOrd="1" destOrd="0" presId="urn:microsoft.com/office/officeart/2005/8/layout/vList2"/>
    <dgm:cxn modelId="{6F37A816-7868-4A90-9790-7EBB5A0627B0}" type="presParOf" srcId="{860E56DC-72D2-412D-860B-66E087608355}" destId="{7510C8EB-19AE-4A33-84B8-7DD4DA5DFB3E}" srcOrd="2" destOrd="0" presId="urn:microsoft.com/office/officeart/2005/8/layout/vList2"/>
    <dgm:cxn modelId="{5CEDD330-7EFA-4C67-8BDB-C91218DFE27C}" type="presParOf" srcId="{860E56DC-72D2-412D-860B-66E087608355}" destId="{BBAC0443-2E32-4D67-BD0C-D4E1EFA0F08A}" srcOrd="3" destOrd="0" presId="urn:microsoft.com/office/officeart/2005/8/layout/vList2"/>
    <dgm:cxn modelId="{011376D5-A68D-4913-80D1-ABEA8D0CF9D3}" type="presParOf" srcId="{860E56DC-72D2-412D-860B-66E087608355}" destId="{4FD2DF3E-C627-4A98-9347-ACEE98C98649}" srcOrd="4" destOrd="0" presId="urn:microsoft.com/office/officeart/2005/8/layout/vList2"/>
    <dgm:cxn modelId="{9332B48C-7828-48B2-BD2D-E839A51745B9}" type="presParOf" srcId="{860E56DC-72D2-412D-860B-66E087608355}" destId="{43AE5FE2-3DA2-46D4-9BB0-8D5A1400FE80}" srcOrd="5" destOrd="0" presId="urn:microsoft.com/office/officeart/2005/8/layout/vList2"/>
    <dgm:cxn modelId="{D4CFF350-53B0-4FB1-A6E1-41E7A378B882}" type="presParOf" srcId="{860E56DC-72D2-412D-860B-66E087608355}" destId="{F72C952B-7B5D-4438-BB97-BDCA915F8D7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A76F86-1689-437A-980A-6AF5F5726B84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Quốc gia nào tăng trưởng nhanh nhất?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Quốc gia nào ổn định nhất?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100" kern="1200"/>
            <a:t>Điều gì đáng chú ý?</a:t>
          </a:r>
          <a:r>
            <a:rPr lang="en-US" sz="2100" kern="1200"/>
            <a:t> </a:t>
          </a:r>
          <a:r>
            <a:rPr lang="vi-VN" sz="2100" kern="1200"/>
            <a:t>Tại sao lại như vậy?</a:t>
          </a:r>
          <a:endParaRPr lang="en-US" sz="2100" kern="1200"/>
        </a:p>
      </dsp:txBody>
      <dsp:txXfrm rot="-5400000">
        <a:off x="3785616" y="295201"/>
        <a:ext cx="6647092" cy="1532257"/>
      </dsp:txXfrm>
    </dsp:sp>
    <dsp:sp modelId="{58F880E4-9A76-472D-B351-19CBD17FBF56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Phân tích dữ liệu của nhiều quốc gia trong cùng một bài toán để so sánh và tìm insight</a:t>
          </a:r>
        </a:p>
      </dsp:txBody>
      <dsp:txXfrm>
        <a:off x="103614" y="103667"/>
        <a:ext cx="3578388" cy="1915324"/>
      </dsp:txXfrm>
    </dsp:sp>
    <dsp:sp modelId="{8311F79F-74BF-4705-A05F-76BAA8FD97CA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I. Gridin, Time Series Forecasting using Deep Learning, India: BPB Publications, 2022.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M. Peixeiro, Time Series Forecasting in Python. Shelter Island, NY, USA: Manning Publications, 2022.</a:t>
          </a:r>
        </a:p>
      </dsp:txBody>
      <dsp:txXfrm rot="-5400000">
        <a:off x="3785616" y="2523880"/>
        <a:ext cx="6647092" cy="1532257"/>
      </dsp:txXfrm>
    </dsp:sp>
    <dsp:sp modelId="{F02EBA24-8D88-4273-A248-7A1703C54BD0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Time series là yếu tố cốt lõi trong dữ liệu kinh tế vĩ mô tham khảo tài liệu trên UTExLMS:</a:t>
          </a:r>
        </a:p>
      </dsp:txBody>
      <dsp:txXfrm>
        <a:off x="103614" y="2332346"/>
        <a:ext cx="3578388" cy="19153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3B9F23-ADD3-48AC-BB85-3FCEAD8F8C33}">
      <dsp:nvSpPr>
        <dsp:cNvPr id="0" name=""/>
        <dsp:cNvSpPr/>
      </dsp:nvSpPr>
      <dsp:spPr>
        <a:xfrm>
          <a:off x="363940" y="1436078"/>
          <a:ext cx="2494029" cy="12470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Mô hình thường sử dụng trong dự báo kinh tế/chuỗi thời gian</a:t>
          </a:r>
        </a:p>
      </dsp:txBody>
      <dsp:txXfrm>
        <a:off x="400464" y="1472602"/>
        <a:ext cx="2420981" cy="1173966"/>
      </dsp:txXfrm>
    </dsp:sp>
    <dsp:sp modelId="{DF3D4D5A-A4CD-41B1-BCA7-C005301D4A5B}">
      <dsp:nvSpPr>
        <dsp:cNvPr id="0" name=""/>
        <dsp:cNvSpPr/>
      </dsp:nvSpPr>
      <dsp:spPr>
        <a:xfrm rot="18289469">
          <a:off x="2483309" y="1315306"/>
          <a:ext cx="174693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46933" y="27246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313102" y="1298879"/>
        <a:ext cx="87346" cy="87346"/>
      </dsp:txXfrm>
    </dsp:sp>
    <dsp:sp modelId="{ED66CCEB-449B-40B2-9799-58F37F48C96A}">
      <dsp:nvSpPr>
        <dsp:cNvPr id="0" name=""/>
        <dsp:cNvSpPr/>
      </dsp:nvSpPr>
      <dsp:spPr>
        <a:xfrm>
          <a:off x="3855581" y="2011"/>
          <a:ext cx="2494029" cy="12470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Các mô hình thống kê: ARIMA, …</a:t>
          </a:r>
        </a:p>
      </dsp:txBody>
      <dsp:txXfrm>
        <a:off x="3892105" y="38535"/>
        <a:ext cx="2420981" cy="1173966"/>
      </dsp:txXfrm>
    </dsp:sp>
    <dsp:sp modelId="{7951C4DD-76F3-4FE9-99BD-026D0923138C}">
      <dsp:nvSpPr>
        <dsp:cNvPr id="0" name=""/>
        <dsp:cNvSpPr/>
      </dsp:nvSpPr>
      <dsp:spPr>
        <a:xfrm>
          <a:off x="2857970" y="2032339"/>
          <a:ext cx="99761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997611" y="27246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31835" y="2034645"/>
        <a:ext cx="49880" cy="49880"/>
      </dsp:txXfrm>
    </dsp:sp>
    <dsp:sp modelId="{75C12989-7435-4C7D-A717-3CFFA4CE3210}">
      <dsp:nvSpPr>
        <dsp:cNvPr id="0" name=""/>
        <dsp:cNvSpPr/>
      </dsp:nvSpPr>
      <dsp:spPr>
        <a:xfrm>
          <a:off x="3855581" y="1436078"/>
          <a:ext cx="2494029" cy="12470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Các mô ML: XGBoost, Random Forest, SVM,…</a:t>
          </a:r>
        </a:p>
      </dsp:txBody>
      <dsp:txXfrm>
        <a:off x="3892105" y="1472602"/>
        <a:ext cx="2420981" cy="1173966"/>
      </dsp:txXfrm>
    </dsp:sp>
    <dsp:sp modelId="{05691BDE-D539-4C34-8D5A-81CADF7DBD90}">
      <dsp:nvSpPr>
        <dsp:cNvPr id="0" name=""/>
        <dsp:cNvSpPr/>
      </dsp:nvSpPr>
      <dsp:spPr>
        <a:xfrm rot="3310531">
          <a:off x="2483309" y="2749373"/>
          <a:ext cx="1746933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746933" y="27246"/>
              </a:lnTo>
            </a:path>
          </a:pathLst>
        </a:custGeom>
        <a:noFill/>
        <a:ln w="1905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313102" y="2732946"/>
        <a:ext cx="87346" cy="87346"/>
      </dsp:txXfrm>
    </dsp:sp>
    <dsp:sp modelId="{DE2BE416-F980-4EAB-9D27-B460A9AD9C0C}">
      <dsp:nvSpPr>
        <dsp:cNvPr id="0" name=""/>
        <dsp:cNvSpPr/>
      </dsp:nvSpPr>
      <dsp:spPr>
        <a:xfrm>
          <a:off x="3855581" y="2870145"/>
          <a:ext cx="2494029" cy="124701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Các mô DL: RNN, LSTM, VARNN, ….</a:t>
          </a:r>
        </a:p>
      </dsp:txBody>
      <dsp:txXfrm>
        <a:off x="3892105" y="2906669"/>
        <a:ext cx="2420981" cy="11739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2580F-AF38-4353-856C-96EABB2CC722}">
      <dsp:nvSpPr>
        <dsp:cNvPr id="0" name=""/>
        <dsp:cNvSpPr/>
      </dsp:nvSpPr>
      <dsp:spPr>
        <a:xfrm>
          <a:off x="0" y="345068"/>
          <a:ext cx="10515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615711-6C9B-4928-8BB8-C66827661BB2}">
      <dsp:nvSpPr>
        <dsp:cNvPr id="0" name=""/>
        <dsp:cNvSpPr/>
      </dsp:nvSpPr>
      <dsp:spPr>
        <a:xfrm>
          <a:off x="525780" y="49868"/>
          <a:ext cx="7360920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Nhóm: 04 thành viên</a:t>
          </a:r>
        </a:p>
      </dsp:txBody>
      <dsp:txXfrm>
        <a:off x="554601" y="78689"/>
        <a:ext cx="7303278" cy="532758"/>
      </dsp:txXfrm>
    </dsp:sp>
    <dsp:sp modelId="{CCD78C4E-1A98-49B2-A694-B7325EE3B39E}">
      <dsp:nvSpPr>
        <dsp:cNvPr id="0" name=""/>
        <dsp:cNvSpPr/>
      </dsp:nvSpPr>
      <dsp:spPr>
        <a:xfrm>
          <a:off x="0" y="1252269"/>
          <a:ext cx="10515600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C3B57-CBC4-4682-B49A-59E88DEBCE56}">
      <dsp:nvSpPr>
        <dsp:cNvPr id="0" name=""/>
        <dsp:cNvSpPr/>
      </dsp:nvSpPr>
      <dsp:spPr>
        <a:xfrm>
          <a:off x="525780" y="957068"/>
          <a:ext cx="7360920" cy="5904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Thời gian thực hiện: 02 tuần</a:t>
          </a:r>
        </a:p>
      </dsp:txBody>
      <dsp:txXfrm>
        <a:off x="554601" y="985889"/>
        <a:ext cx="7303278" cy="532758"/>
      </dsp:txXfrm>
    </dsp:sp>
    <dsp:sp modelId="{D4B33AD4-8DC7-4C3E-922E-581410E1221A}">
      <dsp:nvSpPr>
        <dsp:cNvPr id="0" name=""/>
        <dsp:cNvSpPr/>
      </dsp:nvSpPr>
      <dsp:spPr>
        <a:xfrm>
          <a:off x="0" y="2159469"/>
          <a:ext cx="10515600" cy="214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16560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2000" kern="1200"/>
            <a:t>Trend analysis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Tương quan giữa các biến của choỗi thời gian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EDA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Statistical, ML/DL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Visualization và n</a:t>
          </a:r>
          <a:r>
            <a:rPr lang="vi-VN" sz="2000" kern="1200"/>
            <a:t>hận xét</a:t>
          </a:r>
          <a:endParaRPr lang="en-US" sz="2000" kern="1200"/>
        </a:p>
      </dsp:txBody>
      <dsp:txXfrm>
        <a:off x="0" y="2159469"/>
        <a:ext cx="10515600" cy="2142000"/>
      </dsp:txXfrm>
    </dsp:sp>
    <dsp:sp modelId="{FEDC3DA2-4EF3-4683-B020-C0B64E07BEA1}">
      <dsp:nvSpPr>
        <dsp:cNvPr id="0" name=""/>
        <dsp:cNvSpPr/>
      </dsp:nvSpPr>
      <dsp:spPr>
        <a:xfrm>
          <a:off x="525780" y="1864269"/>
          <a:ext cx="7360920" cy="5904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Kỹ thuật phân tích:</a:t>
          </a:r>
        </a:p>
      </dsp:txBody>
      <dsp:txXfrm>
        <a:off x="554601" y="1893090"/>
        <a:ext cx="7303278" cy="532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E07B93-666B-4332-BB67-DCC48D3C35D8}">
      <dsp:nvSpPr>
        <dsp:cNvPr id="0" name=""/>
        <dsp:cNvSpPr/>
      </dsp:nvSpPr>
      <dsp:spPr>
        <a:xfrm>
          <a:off x="0" y="358029"/>
          <a:ext cx="10515600" cy="835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World Bank (data.worldbank.org)</a:t>
          </a:r>
        </a:p>
      </dsp:txBody>
      <dsp:txXfrm>
        <a:off x="40780" y="398809"/>
        <a:ext cx="10434040" cy="753820"/>
      </dsp:txXfrm>
    </dsp:sp>
    <dsp:sp modelId="{7510C8EB-19AE-4A33-84B8-7DD4DA5DFB3E}">
      <dsp:nvSpPr>
        <dsp:cNvPr id="0" name=""/>
        <dsp:cNvSpPr/>
      </dsp:nvSpPr>
      <dsp:spPr>
        <a:xfrm>
          <a:off x="0" y="1291329"/>
          <a:ext cx="10515600" cy="83538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IMF (https://www.imf.org/en/data)</a:t>
          </a:r>
        </a:p>
      </dsp:txBody>
      <dsp:txXfrm>
        <a:off x="40780" y="1332109"/>
        <a:ext cx="10434040" cy="753820"/>
      </dsp:txXfrm>
    </dsp:sp>
    <dsp:sp modelId="{4FD2DF3E-C627-4A98-9347-ACEE98C98649}">
      <dsp:nvSpPr>
        <dsp:cNvPr id="0" name=""/>
        <dsp:cNvSpPr/>
      </dsp:nvSpPr>
      <dsp:spPr>
        <a:xfrm>
          <a:off x="0" y="2224629"/>
          <a:ext cx="10515600" cy="83538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FRED (https://fred.stlouisfed.org)</a:t>
          </a:r>
        </a:p>
      </dsp:txBody>
      <dsp:txXfrm>
        <a:off x="40780" y="2265409"/>
        <a:ext cx="10434040" cy="753820"/>
      </dsp:txXfrm>
    </dsp:sp>
    <dsp:sp modelId="{F72C952B-7B5D-4438-BB97-BDCA915F8D7F}">
      <dsp:nvSpPr>
        <dsp:cNvPr id="0" name=""/>
        <dsp:cNvSpPr/>
      </dsp:nvSpPr>
      <dsp:spPr>
        <a:xfrm>
          <a:off x="0" y="3157929"/>
          <a:ext cx="10515600" cy="8353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Tổng cục thống kê Việt Nam (https://www.nso.gov.vn/)</a:t>
          </a:r>
        </a:p>
      </dsp:txBody>
      <dsp:txXfrm>
        <a:off x="40780" y="3198709"/>
        <a:ext cx="10434040" cy="753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1B613-DB74-2F3E-3EE7-0DF07A889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FFC82E-A3EE-600B-4A1E-67650BB7E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F9AEE-7E36-681A-2EC3-532BCA9D3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71479-5DD3-3C77-99C7-65BB0989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72B59-8052-FB26-3695-70D902F2A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75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1CDE8-0E61-6D70-39FE-BF92D0EFA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512F0-83AE-C0F3-1384-4106E03B7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6015-9EFB-8559-D1E7-ADED9D5A2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19073-DE2C-727C-E20F-C901BC93A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B9690-23D4-EB4F-F7F0-05A596FA3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5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106CB-B45A-B6A7-400B-138ECFFA0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7DB46-4C03-1E36-2BC9-CAD762E54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5F955-28BF-67B4-8D4A-E80E20F0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7477D-B93B-360A-C9F5-983DCC31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B72F4-2597-BB80-4A38-E49594A8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3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32448-8646-3B0C-C623-74BF03C24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57BEA-66E8-90C1-BAB5-89E826913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CB641-09FD-2DCF-10DE-D851968D6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D468E-23E5-4CA5-9C1F-9CE4723C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249BF-A83A-E0ED-2F2A-5AC645595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81E1E-8B76-CEDE-CC63-6F0CC30AF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59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42767-BDB4-54C0-A046-58929889E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88D13A-6A89-8C3C-4EF5-12C23B03C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61E59-133A-163D-B4C5-54AFF4A3F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9FA675-BD64-DFC2-3270-225108977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A3157-9A73-0C69-0B41-F1224AEFA8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9EECA7-13B0-593C-1626-2683E6645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672976-0F8E-2C8B-72CA-EEB6C5A76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2AE57-4AAB-01F4-D46F-FC88E10F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0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2EB9-059E-2710-4A79-D234C3FC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FF604-0ADF-EEB0-198E-847B3B9AF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7313B-863D-F257-D04B-D792C76F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B62E9-F442-2750-46C5-ADA26991D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80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DE70C-989D-987D-31ED-DDC873FB5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46536D-2220-C220-B159-D412A5AC7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4B8FD-2A9D-CA3C-168A-971F2B9E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5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B7CA-A0E9-3928-4ADF-04A16BB9F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6145E-F956-F939-D7F5-1D32D3BE1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6AA7BF-5049-D1B9-E9F7-44F4CBF6C9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F27A6-C729-6148-E91B-FC380DCD0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FF5CF-8321-E510-3143-C19DBF732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BC5D5-556F-9708-7D45-D501D3D16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04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6612-2F91-47C8-FF09-3B78482F6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0CCADB-B072-D6AC-9421-0478231F83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F6494-B0F0-8E14-FCAD-EEB6E0823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E6195-0455-9FB2-338E-1FDA895FC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3F834-1C38-AA23-CD76-DB765EBFA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13E23C-8BD6-AA7D-70B2-5E04E2976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6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2E68B-4960-ADA1-7C41-5508A72D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664D48-D4EE-BDAF-73FE-ED495B8DA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05C49-0D06-B866-6AA4-B69AF2715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9A153-0BCE-E558-F802-DD60D3E40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F1A5D-5E8E-6418-079A-63ACCEE0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8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1560C-B591-927C-A394-14093DFAE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D84FC-2C4D-85F6-1B29-1575E1148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746EE-56C4-D81E-D0E8-BD853DB81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9DFDB-E71E-9CAB-7909-BAECAA457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8BC3F-023E-D2D6-695B-EC8D15CA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55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C35EB9-6EEC-6583-21D1-F7D882FBB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9B4A7-6B54-DFB3-13F3-753A43222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320D8-222C-240B-E75E-BB80608FA1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946B36-0343-49EC-A420-E1E5FD2972E7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4E85C-AF81-5D25-831A-DA866582F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1C2A3-FB95-29EE-CABC-40D5CB064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A146B9-9459-4548-8B58-062E10119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6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3D5FD-01D1-4226-272A-DC1DEFF33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5000"/>
              <a:t>Đồ án môn học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4869FE-4867-0DCC-608C-5E373EE5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4000" b="1">
                <a:solidFill>
                  <a:srgbClr val="0070C0"/>
                </a:solidFill>
              </a:rPr>
              <a:t>PHÂN TÍCH DỮ LIỆU</a:t>
            </a:r>
          </a:p>
        </p:txBody>
      </p:sp>
    </p:spTree>
    <p:extLst>
      <p:ext uri="{BB962C8B-B14F-4D97-AF65-F5344CB8AC3E}">
        <p14:creationId xmlns:p14="http://schemas.microsoft.com/office/powerpoint/2010/main" val="2858063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03D1B-0CCF-B6B9-892D-79C5AEFBD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Nội dung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DD089-C637-2284-EBCB-5370A7D63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Phân tích các chỉ số kinh tế vĩ mô Việt Nam</a:t>
            </a:r>
          </a:p>
          <a:p>
            <a:pPr lvl="1"/>
            <a:r>
              <a:rPr lang="vi-VN" sz="2000">
                <a:solidFill>
                  <a:schemeClr val="tx1">
                    <a:alpha val="80000"/>
                  </a:schemeClr>
                </a:solidFill>
              </a:rPr>
              <a:t>GDP Việt Nam theo thời gian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vi-VN" sz="2000">
                <a:solidFill>
                  <a:schemeClr val="tx1">
                    <a:alpha val="80000"/>
                  </a:schemeClr>
                </a:solidFill>
              </a:rPr>
              <a:t>Lạm phát (CPI) và ảnh hưởng đến đời sống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vi-VN" sz="2000">
                <a:solidFill>
                  <a:schemeClr val="tx1">
                    <a:alpha val="80000"/>
                  </a:schemeClr>
                </a:solidFill>
              </a:rPr>
              <a:t>Thất nghiệp và tăng trưởng kinh tế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vi-VN" sz="2000">
                <a:solidFill>
                  <a:schemeClr val="tx1">
                    <a:alpha val="80000"/>
                  </a:schemeClr>
                </a:solidFill>
              </a:rPr>
              <a:t>Xuất nhập khẩu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…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Các mối quan hệ 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CPI và thất nghiệp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GDP và thất nghiệp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Lãi suất vs lạm phát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So sánh với các quốc gia, khu vực, khối kinh tế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887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6CE143-FA76-1988-C41C-D646C1BC65B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743" b="12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5FE5C-C7E6-017C-FDD7-0E5DB3E8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Một số gợi ý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9C4DD9-D413-C4D0-2B6E-63DA38288B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86031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4821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5B153-CC52-7BB1-498B-45CCBCC5C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/>
              <a:t>Một số gợi ý</a:t>
            </a:r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0C7406-6EC6-8539-F73E-642BBD855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781372"/>
              </p:ext>
            </p:extLst>
          </p:nvPr>
        </p:nvGraphicFramePr>
        <p:xfrm>
          <a:off x="572493" y="2071316"/>
          <a:ext cx="6713552" cy="41191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6271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83EE30-BEE3-9FFC-A36D-BB84B4F67BF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283E66-91C9-395F-C89F-BEB0905D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Yêu cầu</a:t>
            </a: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A2FFBB23-7B6C-F395-36BA-E05C8BA3F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580855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687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9996894-CEBD-4225-B591-14EA99988B8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0967" b="476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F6E02-83EB-AEBD-57F3-D33A72054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Nguồn dữ liệu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C565F4-EBD8-663A-6BC9-1B33A4C859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14259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1308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363E5C-E508-7111-78C3-9B430401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Đánh giá: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3ADE93-A513-A77D-3DB3-AC1D8AED42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689987"/>
              </p:ext>
            </p:extLst>
          </p:nvPr>
        </p:nvGraphicFramePr>
        <p:xfrm>
          <a:off x="1020284" y="2112579"/>
          <a:ext cx="10175378" cy="41928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788">
                  <a:extLst>
                    <a:ext uri="{9D8B030D-6E8A-4147-A177-3AD203B41FA5}">
                      <a16:colId xmlns:a16="http://schemas.microsoft.com/office/drawing/2014/main" val="1521499122"/>
                    </a:ext>
                  </a:extLst>
                </a:gridCol>
                <a:gridCol w="962118">
                  <a:extLst>
                    <a:ext uri="{9D8B030D-6E8A-4147-A177-3AD203B41FA5}">
                      <a16:colId xmlns:a16="http://schemas.microsoft.com/office/drawing/2014/main" val="1973993452"/>
                    </a:ext>
                  </a:extLst>
                </a:gridCol>
                <a:gridCol w="962118">
                  <a:extLst>
                    <a:ext uri="{9D8B030D-6E8A-4147-A177-3AD203B41FA5}">
                      <a16:colId xmlns:a16="http://schemas.microsoft.com/office/drawing/2014/main" val="2667559996"/>
                    </a:ext>
                  </a:extLst>
                </a:gridCol>
                <a:gridCol w="962118">
                  <a:extLst>
                    <a:ext uri="{9D8B030D-6E8A-4147-A177-3AD203B41FA5}">
                      <a16:colId xmlns:a16="http://schemas.microsoft.com/office/drawing/2014/main" val="3508357755"/>
                    </a:ext>
                  </a:extLst>
                </a:gridCol>
                <a:gridCol w="962118">
                  <a:extLst>
                    <a:ext uri="{9D8B030D-6E8A-4147-A177-3AD203B41FA5}">
                      <a16:colId xmlns:a16="http://schemas.microsoft.com/office/drawing/2014/main" val="1188061575"/>
                    </a:ext>
                  </a:extLst>
                </a:gridCol>
                <a:gridCol w="962118">
                  <a:extLst>
                    <a:ext uri="{9D8B030D-6E8A-4147-A177-3AD203B41FA5}">
                      <a16:colId xmlns:a16="http://schemas.microsoft.com/office/drawing/2014/main" val="2621520193"/>
                    </a:ext>
                  </a:extLst>
                </a:gridCol>
              </a:tblGrid>
              <a:tr h="445613">
                <a:tc>
                  <a:txBody>
                    <a:bodyPr/>
                    <a:lstStyle/>
                    <a:p>
                      <a:pPr algn="ctr"/>
                      <a:r>
                        <a:rPr lang="en-US" sz="2000"/>
                        <a:t>Tiêu chí đánh giá</a:t>
                      </a:r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pPr algn="ctr"/>
                      <a:endParaRPr lang="en-US" sz="2000"/>
                    </a:p>
                  </a:txBody>
                  <a:tcPr marL="101275" marR="101275" marT="50638" marB="50638"/>
                </a:tc>
                <a:extLst>
                  <a:ext uri="{0D108BD9-81ED-4DB2-BD59-A6C34878D82A}">
                    <a16:rowId xmlns:a16="http://schemas.microsoft.com/office/drawing/2014/main" val="2512556642"/>
                  </a:ext>
                </a:extLst>
              </a:tr>
              <a:tr h="1357092">
                <a:tc>
                  <a:txBody>
                    <a:bodyPr/>
                    <a:lstStyle/>
                    <a:p>
                      <a:r>
                        <a:rPr lang="en-GB" sz="2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Quy trình phân tích dữ liệu đầy đủ các bước, </a:t>
                      </a:r>
                      <a:r>
                        <a:rPr lang="en-US" sz="2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phương pháp thu thập và tiền xử lý dữ liệu, phân tích khám phá giúp phát hiện insight trong dữ liệu.</a:t>
                      </a:r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extLst>
                  <a:ext uri="{0D108BD9-81ED-4DB2-BD59-A6C34878D82A}">
                    <a16:rowId xmlns:a16="http://schemas.microsoft.com/office/drawing/2014/main" val="1166969185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r>
                        <a:rPr lang="en-US" sz="20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Mô hình phân tích dữ liệu đáp ứng được yêu cầu của bài toán phân tích.</a:t>
                      </a:r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extLst>
                  <a:ext uri="{0D108BD9-81ED-4DB2-BD59-A6C34878D82A}">
                    <a16:rowId xmlns:a16="http://schemas.microsoft.com/office/drawing/2014/main" val="4285230732"/>
                  </a:ext>
                </a:extLst>
              </a:tr>
              <a:tr h="445613">
                <a:tc>
                  <a:txBody>
                    <a:bodyPr/>
                    <a:lstStyle/>
                    <a:p>
                      <a:r>
                        <a:rPr lang="en-US" sz="2000"/>
                        <a:t>3. Khả năng sử dụng các công cụ, thư viện</a:t>
                      </a:r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extLst>
                  <a:ext uri="{0D108BD9-81ED-4DB2-BD59-A6C34878D82A}">
                    <a16:rowId xmlns:a16="http://schemas.microsoft.com/office/drawing/2014/main" val="4160957490"/>
                  </a:ext>
                </a:extLst>
              </a:tr>
              <a:tr h="749439">
                <a:tc>
                  <a:txBody>
                    <a:bodyPr/>
                    <a:lstStyle/>
                    <a:p>
                      <a:r>
                        <a:rPr lang="en-US" sz="2000"/>
                        <a:t>4. Trình bày báo cáo, giải thích ý nghĩa phân tích</a:t>
                      </a:r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extLst>
                  <a:ext uri="{0D108BD9-81ED-4DB2-BD59-A6C34878D82A}">
                    <a16:rowId xmlns:a16="http://schemas.microsoft.com/office/drawing/2014/main" val="3898347020"/>
                  </a:ext>
                </a:extLst>
              </a:tr>
              <a:tr h="445613">
                <a:tc>
                  <a:txBody>
                    <a:bodyPr/>
                    <a:lstStyle/>
                    <a:p>
                      <a:r>
                        <a:rPr lang="en-US" sz="2000"/>
                        <a:t>5. Kết quả phân tích có ý nghĩa trong thực tế</a:t>
                      </a:r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1275" marR="101275" marT="50638" marB="50638"/>
                </a:tc>
                <a:extLst>
                  <a:ext uri="{0D108BD9-81ED-4DB2-BD59-A6C34878D82A}">
                    <a16:rowId xmlns:a16="http://schemas.microsoft.com/office/drawing/2014/main" val="2156694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179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104</TotalTime>
  <Words>432</Words>
  <Application>Microsoft Office PowerPoint</Application>
  <PresentationFormat>Widescreen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Tahoma</vt:lpstr>
      <vt:lpstr>Office Theme</vt:lpstr>
      <vt:lpstr>Đồ án môn học </vt:lpstr>
      <vt:lpstr>Nội dung</vt:lpstr>
      <vt:lpstr>Một số gợi ý</vt:lpstr>
      <vt:lpstr>Một số gợi ý</vt:lpstr>
      <vt:lpstr>Yêu cầu</vt:lpstr>
      <vt:lpstr>Nguồn dữ liệu</vt:lpstr>
      <vt:lpstr>Đánh giá: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Trong Binh</dc:creator>
  <cp:lastModifiedBy>Tran Trong Binh</cp:lastModifiedBy>
  <cp:revision>2</cp:revision>
  <dcterms:created xsi:type="dcterms:W3CDTF">2026-05-04T22:51:00Z</dcterms:created>
  <dcterms:modified xsi:type="dcterms:W3CDTF">2026-05-05T06:53:42Z</dcterms:modified>
</cp:coreProperties>
</file>